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576d82ff32748de" /><Relationship Type="http://schemas.openxmlformats.org/officeDocument/2006/relationships/extended-properties" Target="/docProps/app.xml" Id="Rb4dd4914e5d34e03" /><Relationship Type="http://schemas.openxmlformats.org/officeDocument/2006/relationships/officeDocument" Target="/ppt/presentation.xml" Id="Re1d2258d472e4125" /></Relationships>
</file>

<file path=ppt/presentation.xml><?xml version="1.0" encoding="utf-8"?>
<p:presentation xmlns:p="http://schemas.openxmlformats.org/presentationml/2006/main">
  <p:sldMasterIdLst>
    <p:sldMasterId xmlns:r="http://schemas.openxmlformats.org/officeDocument/2006/relationships" id="2147483648" r:id="R4a3516eeb93a44f3"/>
  </p:sldMasterIdLst>
  <p:notesMasterIdLst>
    <p:notesMasterId xmlns:r="http://schemas.openxmlformats.org/officeDocument/2006/relationships" r:id="Re25d9851050f45ee"/>
  </p:notesMasterIdLst>
  <p:sldIdLst>
    <p:sldId xmlns:r="http://schemas.openxmlformats.org/officeDocument/2006/relationships" id="256" r:id="Rcbd5976323a7465c"/>
    <p:sldId xmlns:r="http://schemas.openxmlformats.org/officeDocument/2006/relationships" id="257" r:id="R0f1a21cc140f4b26"/>
    <p:sldId xmlns:r="http://schemas.openxmlformats.org/officeDocument/2006/relationships" id="258" r:id="Rb2c2d5f3500042c9"/>
    <p:sldId xmlns:r="http://schemas.openxmlformats.org/officeDocument/2006/relationships" id="259" r:id="R3c78d4446cb340b7"/>
    <p:sldId xmlns:r="http://schemas.openxmlformats.org/officeDocument/2006/relationships" id="260" r:id="R3860dd111a584d1e"/>
    <p:sldId xmlns:r="http://schemas.openxmlformats.org/officeDocument/2006/relationships" id="261" r:id="R224ecc5fe83f426e"/>
    <p:sldId xmlns:r="http://schemas.openxmlformats.org/officeDocument/2006/relationships" id="262" r:id="Rd29c32be6cea421f"/>
    <p:sldId xmlns:r="http://schemas.openxmlformats.org/officeDocument/2006/relationships" id="263" r:id="Rcf6032264bfb4faf"/>
    <p:sldId xmlns:r="http://schemas.openxmlformats.org/officeDocument/2006/relationships" id="264" r:id="Rb2cb2ff869574415"/>
    <p:sldId xmlns:r="http://schemas.openxmlformats.org/officeDocument/2006/relationships" id="265" r:id="Rebdf343492034f22"/>
    <p:sldId xmlns:r="http://schemas.openxmlformats.org/officeDocument/2006/relationships" id="266" r:id="Rbd45158195b045ef"/>
    <p:sldId xmlns:r="http://schemas.openxmlformats.org/officeDocument/2006/relationships" id="267" r:id="R644c64a12a3f4a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275878fb574502" /><Relationship Type="http://schemas.openxmlformats.org/officeDocument/2006/relationships/slideMaster" Target="/ppt/slideMasters/slideMaster1.xml" Id="R4a3516eeb93a44f3" /><Relationship Type="http://schemas.openxmlformats.org/officeDocument/2006/relationships/notesMaster" Target="/ppt/notesMasters/notesMaster1.xml" Id="Re25d9851050f45ee" /><Relationship Type="http://schemas.openxmlformats.org/officeDocument/2006/relationships/presProps" Target="/ppt/presProps.xml" Id="Rf8d072809eba4c61" /><Relationship Type="http://schemas.openxmlformats.org/officeDocument/2006/relationships/tableStyles" Target="/ppt/tableStyles.xml" Id="Rebc83f5d2ce34c92" /><Relationship Type="http://schemas.openxmlformats.org/officeDocument/2006/relationships/slide" Target="/ppt/slides/slide1.xml" Id="Rcbd5976323a7465c" /><Relationship Type="http://schemas.openxmlformats.org/officeDocument/2006/relationships/slide" Target="/ppt/slides/slide2.xml" Id="R0f1a21cc140f4b26" /><Relationship Type="http://schemas.openxmlformats.org/officeDocument/2006/relationships/slide" Target="/ppt/slides/slide3.xml" Id="Rb2c2d5f3500042c9" /><Relationship Type="http://schemas.openxmlformats.org/officeDocument/2006/relationships/slide" Target="/ppt/slides/slide4.xml" Id="R3c78d4446cb340b7" /><Relationship Type="http://schemas.openxmlformats.org/officeDocument/2006/relationships/slide" Target="/ppt/slides/slide5.xml" Id="R3860dd111a584d1e" /><Relationship Type="http://schemas.openxmlformats.org/officeDocument/2006/relationships/slide" Target="/ppt/slides/slide6.xml" Id="R224ecc5fe83f426e" /><Relationship Type="http://schemas.openxmlformats.org/officeDocument/2006/relationships/slide" Target="/ppt/slides/slide7.xml" Id="Rd29c32be6cea421f" /><Relationship Type="http://schemas.openxmlformats.org/officeDocument/2006/relationships/slide" Target="/ppt/slides/slide8.xml" Id="Rcf6032264bfb4faf" /><Relationship Type="http://schemas.openxmlformats.org/officeDocument/2006/relationships/slide" Target="/ppt/slides/slide9.xml" Id="Rb2cb2ff869574415" /><Relationship Type="http://schemas.openxmlformats.org/officeDocument/2006/relationships/slide" Target="/ppt/slides/slide10.xml" Id="Rebdf343492034f22" /><Relationship Type="http://schemas.openxmlformats.org/officeDocument/2006/relationships/slide" Target="/ppt/slides/slide11.xml" Id="Rbd45158195b045ef" /><Relationship Type="http://schemas.openxmlformats.org/officeDocument/2006/relationships/slide" Target="/ppt/slides/slide12.xml" Id="R644c64a12a3f4a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ed1f60280c47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996f4759ec461c" /><Relationship Type="http://schemas.openxmlformats.org/officeDocument/2006/relationships/notesMaster" Target="/ppt/notesMasters/notesMaster1.xml" Id="R8f04c52869cc46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9bb07eabb94cc5" /><Relationship Type="http://schemas.openxmlformats.org/officeDocument/2006/relationships/notesMaster" Target="/ppt/notesMasters/notesMaster1.xml" Id="R51b680fb054a49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d0bc009cef4db4" /><Relationship Type="http://schemas.openxmlformats.org/officeDocument/2006/relationships/notesMaster" Target="/ppt/notesMasters/notesMaster1.xml" Id="Re6d2c6fde50747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57af7fad3643cc" /><Relationship Type="http://schemas.openxmlformats.org/officeDocument/2006/relationships/notesMaster" Target="/ppt/notesMasters/notesMaster1.xml" Id="R37be84263ed143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3e2d4dc3a14995" /><Relationship Type="http://schemas.openxmlformats.org/officeDocument/2006/relationships/notesMaster" Target="/ppt/notesMasters/notesMaster1.xml" Id="Rbdfb596436dd44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6778c77de447e3" /><Relationship Type="http://schemas.openxmlformats.org/officeDocument/2006/relationships/notesMaster" Target="/ppt/notesMasters/notesMaster1.xml" Id="Re2a7b3848a1841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64148362664bba" /><Relationship Type="http://schemas.openxmlformats.org/officeDocument/2006/relationships/notesMaster" Target="/ppt/notesMasters/notesMaster1.xml" Id="Ra22411fb0da64f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a103045fc4411c" /><Relationship Type="http://schemas.openxmlformats.org/officeDocument/2006/relationships/notesMaster" Target="/ppt/notesMasters/notesMaster1.xml" Id="R720ddc15872d4f9e"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eec5350a204b34" /><Relationship Type="http://schemas.openxmlformats.org/officeDocument/2006/relationships/notesMaster" Target="/ppt/notesMasters/notesMaster1.xml" Id="R99d9c13ec08b4c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4006e20b3f4181" /><Relationship Type="http://schemas.openxmlformats.org/officeDocument/2006/relationships/notesMaster" Target="/ppt/notesMasters/notesMaster1.xml" Id="R19e328dcfd074e8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3c70d8fb14142ef" /><Relationship Type="http://schemas.openxmlformats.org/officeDocument/2006/relationships/notesMaster" Target="/ppt/notesMasters/notesMaster1.xml" Id="R9ca7e82cf8f8455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4a77c3bc0ce4258" /><Relationship Type="http://schemas.openxmlformats.org/officeDocument/2006/relationships/notesMaster" Target="/ppt/notesMasters/notesMaster1.xml" Id="Refc3979942604e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thesis investigates how color constancy can assist monocular depth estimation. This presentation reports the first implemented experiment. I ran a pretrained depth model and controlled color transformations on real RGB images with reference depth. The results are a local pilot, not a full benchmark reproduction or a new trained model. The figure shows an actual prediction saved by this experiment.</a:t>
            </a:r>
          </a:p>
          <a:p xmlns:a="http://schemas.openxmlformats.org/drawingml/2006/main">
            <a:r>
              <a:t/>
            </a:r>
          </a:p>
          <a:p xmlns:a="http://schemas.openxmlformats.org/drawingml/2006/main">
            <a:r>
              <a:t>Sources</a:t>
            </a:r>
          </a:p>
          <a:p xmlns:a="http://schemas.openxmlformats.org/drawingml/2006/main">
            <a:r>
              <a:t>https://github.com/DepthAnything/Depth-Anything-V2/tree/main/metric_depth</a:t>
            </a:r>
          </a:p>
          <a:p xmlns:a="http://schemas.openxmlformats.org/drawingml/2006/main">
            <a:r>
              <a:t>https://cs.nyu.edu/~fergus/datasets/nyu_depth_v2.html</a:t>
            </a:r>
          </a:p>
          <a:p xmlns:a="http://schemas.openxmlformats.org/drawingml/2006/main">
            <a:r>
              <a:t>Measured source: results/summary.json, results/metrics.csv, data/nyu_pilot/manifest.json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Monocular depth estimation predicts the distance of each pixel from one RGB image. Color constancy estimates or compensates for illumination color. Here I test a concrete question: if I change the input color without changing the geometry, how does the predicted depth change? Then I test whether simple correction reduces the measured error. These are synthetic global casts of real photographs. They do not represent every real lighting or camera condition.</a:t>
            </a:r>
          </a:p>
          <a:p xmlns:a="http://schemas.openxmlformats.org/drawingml/2006/main">
            <a:r>
              <a:t/>
            </a:r>
          </a:p>
          <a:p xmlns:a="http://schemas.openxmlformats.org/drawingml/2006/main">
            <a:r>
              <a:t>Sources</a:t>
            </a:r>
          </a:p>
          <a:p xmlns:a="http://schemas.openxmlformats.org/drawingml/2006/main">
            <a:r>
              <a:t>https://github.com/DepthAnything/Depth-Anything-V2/tree/main/metric_depth</a:t>
            </a:r>
          </a:p>
          <a:p xmlns:a="http://schemas.openxmlformats.org/drawingml/2006/main">
            <a:r>
              <a:t>https://cs.nyu.edu/~fergus/datasets/nyu_depth_v2.html</a:t>
            </a:r>
          </a:p>
          <a:p xmlns:a="http://schemas.openxmlformats.org/drawingml/2006/main">
            <a:r>
              <a:t>Measured source: results/summary.json, results/metrics.csv, data/nyu_pilot/manifest.json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has four stages. First, it loads aligned RGB and depth data. Second, it creates seven image conditions: the original, two warm casts, two cool casts, and two green casts. Each condition uses four processing choices, which gives 28 predictions per image. Third, the same pretrained model predicts depth for every input. Finally, the evaluator uses an identical crop, mask, and depth range. I save depth arrays, transformation metadata, runtime, and scores. No model training occurred.</a:t>
            </a:r>
          </a:p>
          <a:p xmlns:a="http://schemas.openxmlformats.org/drawingml/2006/main">
            <a:r>
              <a:t/>
            </a:r>
          </a:p>
          <a:p xmlns:a="http://schemas.openxmlformats.org/drawingml/2006/main">
            <a:r>
              <a:t>Sources</a:t>
            </a:r>
          </a:p>
          <a:p xmlns:a="http://schemas.openxmlformats.org/drawingml/2006/main">
            <a:r>
              <a:t>https://github.com/DepthAnything/Depth-Anything-V2/tree/main/metric_depth</a:t>
            </a:r>
          </a:p>
          <a:p xmlns:a="http://schemas.openxmlformats.org/drawingml/2006/main">
            <a:r>
              <a:t>Measured source: results/summary.json, results/metrics.csv, data/nyu_pilot/manifest.json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small deterministic pilot using real NYU Depth V2 images with aligned reference depth. Each evaluation image represents a distinct scene. Development and evaluation scenes are separate. The checkpoint predicts metric depth directly. I do not fit a scale or shift to the reference depth. The checkpoint maximum depth is 20 meters, while this pilot evaluates reference pixels strictly between 0.1 and 10 meters and clips predictions to the same evaluation range. The crop is rows 45 through 470 and columns 41 through 600 using Python slice conventions at 480 by 640. Per-image metrics are averaged. These values do not reproduce the official full benchmark. RGB and depth source details and sample selection remain in data/nyu_pilot/manifest.json.</a:t>
            </a:r>
          </a:p>
          <a:p xmlns:a="http://schemas.openxmlformats.org/drawingml/2006/main">
            <a:r>
              <a:t/>
            </a:r>
          </a:p>
          <a:p xmlns:a="http://schemas.openxmlformats.org/drawingml/2006/main">
            <a:r>
              <a:t>Sources</a:t>
            </a:r>
          </a:p>
          <a:p xmlns:a="http://schemas.openxmlformats.org/drawingml/2006/main">
            <a:r>
              <a:t>https://cs.nyu.edu/~fergus/datasets/nyu_depth_v2.html</a:t>
            </a:r>
          </a:p>
          <a:p xmlns:a="http://schemas.openxmlformats.org/drawingml/2006/main">
            <a:r>
              <a:t>https://github.com/DepthAnything/Depth-Anything-V2/tree/main/metric_depth</a:t>
            </a:r>
          </a:p>
          <a:p xmlns:a="http://schemas.openxmlformats.org/drawingml/2006/main">
            <a:r>
              <a:t>Measured source: results/summary.json, results/metrics.csv, data/nyu_pilot/manifest.json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compare no correction with three fixed correction baselines. Gray-World assumes that the scene-average channel values provide useful information about the illuminant. White-Patch uses the channel maxima. Both compute inverse gains normalized with the geometric mean. The half-strength variant takes the square root of the Gray-World gains. It is a fixed ablation, not a novelty claim or a setting selected on evaluation ground truth. I convert sRGB to linear RGB before these operations, preserve mean luminance before clipping, clip the values, and convert back to sRGB. Clipping is recorded because it can remove information and make correction irreversible.</a:t>
            </a:r>
          </a:p>
          <a:p xmlns:a="http://schemas.openxmlformats.org/drawingml/2006/main">
            <a:r>
              <a:t/>
            </a:r>
          </a:p>
          <a:p xmlns:a="http://schemas.openxmlformats.org/drawingml/2006/main">
            <a:r>
              <a:t>Sources</a:t>
            </a:r>
          </a:p>
          <a:p xmlns:a="http://schemas.openxmlformats.org/drawingml/2006/main">
            <a:r>
              <a:t>Measured source: results/summary.json, results/metrics.csv, data/nyu_pilot/manifest.json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establishes the clean-input baseline and checks the effect of applying correction when no synthetic cast is present. The no-correction model has mean AbsRel 0.2460, RMSE 0.7961 meters and delta-one accuracy 63.09%. AbsRel is absolute depth error divided by reference depth, averaged over valid pixels. RMSE is root mean square depth error in meters. Delta-one is the fraction of valid pixels where the larger of prediction divided by reference and reference divided by prediction is below 1.25. These are means of per-image scores on this subset. They should not be compared directly with another paper unless the dataset split and all evaluation settings match.</a:t>
            </a:r>
          </a:p>
          <a:p xmlns:a="http://schemas.openxmlformats.org/drawingml/2006/main">
            <a:r>
              <a:t/>
            </a:r>
          </a:p>
          <a:p xmlns:a="http://schemas.openxmlformats.org/drawingml/2006/main">
            <a:r>
              <a:t>Sources</a:t>
            </a:r>
          </a:p>
          <a:p xmlns:a="http://schemas.openxmlformats.org/drawingml/2006/main">
            <a:r>
              <a:t>Measured source: results/summary.json, results/metrics.csv, data/nyu_pilot/manifest.json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measures how the unchanged model responds to the synthetic color conditions. Clean is the unmodified RGB image apart from the identity transformation and common quantization path. Warm, cool, and green casts each have mild and strong channel-gain settings. The transformation preserves mean luminance before clipping, so it does not intentionally mix a brightness experiment into this first color test. Some pixels can still clip, which is one limitation of the synthetic transformation. The exact channel gains and clipping fractions are saved in the results. A change in these scores is a measured sensitivity on this subset.</a:t>
            </a:r>
          </a:p>
          <a:p xmlns:a="http://schemas.openxmlformats.org/drawingml/2006/main">
            <a:r>
              <a:t/>
            </a:r>
          </a:p>
          <a:p xmlns:a="http://schemas.openxmlformats.org/drawingml/2006/main">
            <a:r>
              <a:t>Sources</a:t>
            </a:r>
          </a:p>
          <a:p xmlns:a="http://schemas.openxmlformats.org/drawingml/2006/main">
            <a:r>
              <a:t>Measured source: results/summary.json, results/metrics.csv, data/nyu_pilot/manifest.json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average the six cast conditions for each method and each image. Gray-World has the lowest corrupted-input AbsRel among the three fixed correction baselines in this pilot: 0.2409, compared with 0.2394 without correction. This corresponds to a 0.63 percent increase in average AbsRel. This is a descriptive, exploratory comparison. I did not tune a model or establish a new algorithm. I also make a paired comparison per image, keeping its six casts together. The mean reduction is -0.00150 with a 95 percent bootstrap interval from -0.00613 to 0.00254. A positive reduction means correction helped. A negative reduction means it harmed. I resample images 10,000 times. 19 images improve and 13 worsen. This interval describes the sampled images and does not establish generalization to other datasets or all real lighting.</a:t>
            </a:r>
          </a:p>
          <a:p xmlns:a="http://schemas.openxmlformats.org/drawingml/2006/main">
            <a:r>
              <a:t/>
            </a:r>
          </a:p>
          <a:p xmlns:a="http://schemas.openxmlformats.org/drawingml/2006/main">
            <a:r>
              <a:t>Sources</a:t>
            </a:r>
          </a:p>
          <a:p xmlns:a="http://schemas.openxmlformats.org/drawingml/2006/main">
            <a:r>
              <a:t>Measured source: results/summary.json, results/metrics.csv, data/nyu_pilot/manifest.json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figure shows an actual evaluated image and the corresponding saved depth arrays. Image nyu_00668, condition green_strong. Extreme image by mean six-cast Gray-World AbsRel reduction; displayed cast is most favorable within that image. In the displayed comparison, Gray-World reduces AbsRel by 0.0373. The mean six-cast AbsRel reduction for this image is 0.0198. This is a selected extreme and does not represent the typical result. The reference depth does not change across color conditions. Compare object boundaries and relative near/far regions, and use the numerical error labels to assess accuracy. A visually smooth prediction can still have an incorrect metric scale. The preceding aggregate results provide the performance estimate.</a:t>
            </a:r>
          </a:p>
          <a:p xmlns:a="http://schemas.openxmlformats.org/drawingml/2006/main">
            <a:r>
              <a:t/>
            </a:r>
          </a:p>
          <a:p xmlns:a="http://schemas.openxmlformats.org/drawingml/2006/main">
            <a:r>
              <a:t>Sources</a:t>
            </a:r>
          </a:p>
          <a:p xmlns:a="http://schemas.openxmlformats.org/drawingml/2006/main">
            <a:r>
              <a:t>Measured source: results/summary.json, results/metrics.csv, data/nyu_pilot/manifest.json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also inspect the image with the weakest average Gray-World effect across the six casts. Image nyu_01353, condition green_strong. Extreme image by mean six-cast Gray-World AbsRel reduction; displayed cast is least favorable within that image. In the displayed comparison, Gray-World increases AbsRel by 0.0730. The mean six-cast AbsRel reduction for this image is -0.0411. This is a selected extreme and does not represent the typical result. A global illuminant estimator can confuse the color of the scene with the color of the light. A scene dominated by one surface color can violate Gray-World assumptions. Channel maxima can also make White-Patch unstable. Clipping can discard color information before correction. These are possible mechanisms to investigate with further controlled tests, not a proven causal diagnosis of this single example. The clean-input comparison and per-image paired results show why applying correction to every input needs further study.</a:t>
            </a:r>
          </a:p>
          <a:p xmlns:a="http://schemas.openxmlformats.org/drawingml/2006/main">
            <a:r>
              <a:t/>
            </a:r>
          </a:p>
          <a:p xmlns:a="http://schemas.openxmlformats.org/drawingml/2006/main">
            <a:r>
              <a:t>Sources</a:t>
            </a:r>
          </a:p>
          <a:p xmlns:a="http://schemas.openxmlformats.org/drawingml/2006/main">
            <a:r>
              <a:t>Measured source: results/summary.json, results/metrics.csv, data/nyu_pilot/manifest.json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 ran locally using CPU inference on an Intel Core Ultra 7 255H with approximately 32 GB RAM. The run used 8 CPU threads. Mean measured inference time is 1.132 seconds per transformed input. It measures the depth inference call and excludes model loading and artifact preparation. The input-size parameter is 518. I save numerical predictions, per-image scores, an aggregate summary, source code, the data manifest, the upstream revision, and the checkpoint SHA-256. The full hash is b782898d8a3e8be1f639de33837ed85e9b4b73e40f8f5e5cd99067588d722545. The upstream model revision is a561b849ebae10a6f5ef49e26c83cbbcd36c71bf. These files support rerunning and auditing the experiment.</a:t>
            </a:r>
          </a:p>
          <a:p xmlns:a="http://schemas.openxmlformats.org/drawingml/2006/main">
            <a:r>
              <a:t/>
            </a:r>
          </a:p>
          <a:p xmlns:a="http://schemas.openxmlformats.org/drawingml/2006/main">
            <a:r>
              <a:t>Sources</a:t>
            </a:r>
          </a:p>
          <a:p xmlns:a="http://schemas.openxmlformats.org/drawingml/2006/main">
            <a:r>
              <a:t>https://github.com/DepthAnything/Depth-Anything-V2/tree/main/metric_depth</a:t>
            </a:r>
          </a:p>
          <a:p xmlns:a="http://schemas.openxmlformats.org/drawingml/2006/main">
            <a:r>
              <a:t>Measured source: results/summary.json, results/metrics.csv, data/nyu_pilot/manifest.json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progress is a working system and a controlled first experiment. This descriptive pilot suggests what to investigate next. Compared with no correction, the lowest-error correction baseline has 0.63 percent higher average cast AbsRel, and 1.73 percent lower clean-input AbsRel. Both comparisons use the same fixed model and evaluation images. Neither result justifies a universal claim about color correction or a novel-method claim. My next steps are a larger fixed subset, another depth backbone, a separate clipping control, and images captured under real illumination changes. Only after these checks should I decide whether an adaptive correction method is justified. I would welcome the supervisor's guidance on the most useful next comparison.</a:t>
            </a:r>
          </a:p>
          <a:p xmlns:a="http://schemas.openxmlformats.org/drawingml/2006/main">
            <a:r>
              <a:t/>
            </a:r>
          </a:p>
          <a:p xmlns:a="http://schemas.openxmlformats.org/drawingml/2006/main">
            <a:r>
              <a:t>Sources</a:t>
            </a:r>
          </a:p>
          <a:p xmlns:a="http://schemas.openxmlformats.org/drawingml/2006/main">
            <a:r>
              <a:t>https://arxiv.org/abs/2406.09414</a:t>
            </a:r>
          </a:p>
          <a:p xmlns:a="http://schemas.openxmlformats.org/drawingml/2006/main">
            <a:r>
              <a:t>https://github.com/DepthAnything/Depth-Anything-V2/tree/main/metric_depth</a:t>
            </a:r>
          </a:p>
          <a:p xmlns:a="http://schemas.openxmlformats.org/drawingml/2006/main">
            <a:r>
              <a:t>https://cs.nyu.edu/~fergus/datasets/nyu_depth_v2.html</a:t>
            </a:r>
          </a:p>
          <a:p xmlns:a="http://schemas.openxmlformats.org/drawingml/2006/main">
            <a:r>
              <a:t>Measured source: results/summary.json, results/metrics.csv, data/nyu_pilot/manifest.json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0a01c19e2149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bcc6e29941744d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18c44fd040c4c2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43c157cded94a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0e619007451460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95b3a0236184c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F844A6-D1A9-40AB-9B0D-6E5C666078F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D056C05-94E2-4AC5-96B8-E0CEA1CD67F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49C3185-18D4-4830-B3A7-C5F922E1EF6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CF0A99-6BD0-4A61-A9FC-7B2A8CBE2A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39E9417-C2DB-42CA-8008-DBCE5842517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3B27412-6F50-465C-8967-2713C5F555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23E6CD6-90E1-4063-8E8A-0606D177764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A470729-E58A-4119-B195-4D62F532FDD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353A31-68E2-4D6F-965D-D2C610BA51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2B2C296-0DD0-40F4-92C5-A345696D1F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4d7bf9ff3f4bb7" /><Relationship Type="http://schemas.openxmlformats.org/officeDocument/2006/relationships/slideLayout" Target="/ppt/slideLayouts/slideLayout1.xml" Id="R69327d082e9445a5" /><Relationship Type="http://schemas.openxmlformats.org/officeDocument/2006/relationships/slideLayout" Target="/ppt/slideLayouts/slideLayout2.xml" Id="R8e4a544db68d4f06" /><Relationship Type="http://schemas.openxmlformats.org/officeDocument/2006/relationships/slideLayout" Target="/ppt/slideLayouts/slideLayout3.xml" Id="Rcd6e21e19ad6493e" /><Relationship Type="http://schemas.openxmlformats.org/officeDocument/2006/relationships/slideLayout" Target="/ppt/slideLayouts/slideLayout4.xml" Id="Rb20b45d3b5694759" /><Relationship Type="http://schemas.openxmlformats.org/officeDocument/2006/relationships/slideLayout" Target="/ppt/slideLayouts/slideLayout5.xml" Id="R5dc0b985d4134edb" /><Relationship Type="http://schemas.openxmlformats.org/officeDocument/2006/relationships/slideLayout" Target="/ppt/slideLayouts/slideLayout6.xml" Id="R246193ac4b7041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327d082e9445a5"/>
    <p:sldLayoutId xmlns:r="http://schemas.openxmlformats.org/officeDocument/2006/relationships" id="2147483650" r:id="R8e4a544db68d4f06"/>
    <p:sldLayoutId xmlns:r="http://schemas.openxmlformats.org/officeDocument/2006/relationships" id="2147483651" r:id="Rcd6e21e19ad6493e"/>
    <p:sldLayoutId xmlns:r="http://schemas.openxmlformats.org/officeDocument/2006/relationships" id="2147483652" r:id="Rb20b45d3b5694759"/>
    <p:sldLayoutId xmlns:r="http://schemas.openxmlformats.org/officeDocument/2006/relationships" id="2147483653" r:id="R5dc0b985d4134edb"/>
    <p:sldLayoutId xmlns:r="http://schemas.openxmlformats.org/officeDocument/2006/relationships" id="2147483654" r:id="R246193ac4b7041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2736d05483a4247" /><Relationship Type="http://schemas.openxmlformats.org/officeDocument/2006/relationships/image" Target="/ppt/media/image.png" Id="Rfe62c9dcdc7c4211" /><Relationship Type="http://schemas.openxmlformats.org/officeDocument/2006/relationships/notesSlide" Target="/ppt/notesSlides/notesSlide1.xml" Id="Rdb6637048b9a4d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1ba787800d0400c" /><Relationship Type="http://schemas.openxmlformats.org/officeDocument/2006/relationships/image" Target="/ppt/media/image2.png" Id="Reec3ec0b4a5e4666" /><Relationship Type="http://schemas.openxmlformats.org/officeDocument/2006/relationships/notesSlide" Target="/ppt/notesSlides/notesSlide2.xml" Id="R7b8d93cb17c74c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579cb9d5f5440b4" /><Relationship Type="http://schemas.openxmlformats.org/officeDocument/2006/relationships/notesSlide" Target="/ppt/notesSlides/notesSlide3.xml" Id="Ra36e2d0ffbcc41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1a67704b7f94b19" /><Relationship Type="http://schemas.openxmlformats.org/officeDocument/2006/relationships/notesSlide" Target="/ppt/notesSlides/notesSlide4.xml" Id="Rfd1f3cae856840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eb11b29e6f2423e" /><Relationship Type="http://schemas.openxmlformats.org/officeDocument/2006/relationships/notesSlide" Target="/ppt/notesSlides/notesSlide5.xml" Id="R91527d01466840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b20b72fa0d7417f" /><Relationship Type="http://schemas.openxmlformats.org/officeDocument/2006/relationships/notesSlide" Target="/ppt/notesSlides/notesSlide6.xml" Id="R8377075aeec84e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69eaacc586d46fc" /><Relationship Type="http://schemas.openxmlformats.org/officeDocument/2006/relationships/chart" Target="/ppt/slides/charts/chart1.xml" Id="R65a4f36805264bcb" /><Relationship Type="http://schemas.openxmlformats.org/officeDocument/2006/relationships/notesSlide" Target="/ppt/notesSlides/notesSlide7.xml" Id="Rc982983f241f44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5202978812a4e9f" /><Relationship Type="http://schemas.openxmlformats.org/officeDocument/2006/relationships/chart" Target="/ppt/slides/charts/chart2.xml" Id="Rf0851e03d8354700" /><Relationship Type="http://schemas.openxmlformats.org/officeDocument/2006/relationships/notesSlide" Target="/ppt/notesSlides/notesSlide8.xml" Id="Rdf37a9a6989a43f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f7e5752bc464d55" /><Relationship Type="http://schemas.openxmlformats.org/officeDocument/2006/relationships/image" Target="/ppt/media/image3.png" Id="Rcb67d8e1f7654af4" /><Relationship Type="http://schemas.openxmlformats.org/officeDocument/2006/relationships/notesSlide" Target="/ppt/notesSlides/notesSlide9.xml" Id="Rd246df1ffc294e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ed0ff2399504005" /><Relationship Type="http://schemas.openxmlformats.org/officeDocument/2006/relationships/image" Target="/ppt/media/image4.png" Id="Ra14927ff6e4944ff" /><Relationship Type="http://schemas.openxmlformats.org/officeDocument/2006/relationships/notesSlide" Target="/ppt/notesSlides/notesSlide10.xml" Id="Rdcd5683039b94b6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699cfbce736499a" /><Relationship Type="http://schemas.openxmlformats.org/officeDocument/2006/relationships/notesSlide" Target="/ppt/notesSlides/notesSlide11.xml" Id="R374b1b3679354b0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2390433db164c74" /><Relationship Type="http://schemas.openxmlformats.org/officeDocument/2006/relationships/notesSlide" Target="/ppt/notesSlides/notesSlide12.xml" Id="R2585823dcdcf499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No correction</c:v>
          </c:tx>
          <c:spPr>
            <a:solidFill xmlns:a="http://schemas.openxmlformats.org/drawingml/2006/main">
              <a:srgbClr val="53636C"/>
            </a:solidFill>
            <a:ln xmlns:a="http://schemas.openxmlformats.org/drawingml/2006/main" w="28575">
              <a:solidFill>
                <a:srgbClr val="53636C"/>
              </a:solidFill>
              <a:prstDash val="solid"/>
            </a:ln>
          </c:spPr>
          <c:invertIfNegative val="0"/>
          <c:cat>
            <c:strRef>
              <c:f>'Chart Data'!$A$2:$A$8</c:f>
              <c:strCache>
                <c:ptCount val="7"/>
                <c:pt idx="0">
                  <c:v>Clean</c:v>
                </c:pt>
                <c:pt idx="1">
                  <c:v>Warm
mild</c:v>
                </c:pt>
                <c:pt idx="2">
                  <c:v>Warm
strong</c:v>
                </c:pt>
                <c:pt idx="3">
                  <c:v>Cool
mild</c:v>
                </c:pt>
                <c:pt idx="4">
                  <c:v>Cool
strong</c:v>
                </c:pt>
                <c:pt idx="5">
                  <c:v>Green
mild</c:v>
                </c:pt>
                <c:pt idx="6">
                  <c:v>Green
strong</c:v>
                </c:pt>
              </c:strCache>
            </c:strRef>
          </c:cat>
          <c:val>
            <c:numRef>
              <c:f>'Chart Data'!$B$2:$B$8</c:f>
              <c:numCache>
                <c:formatCode>0.000</c:formatCode>
                <c:ptCount val="7"/>
                <c:pt idx="0">
                  <c:v>0.24598462</c:v>
                </c:pt>
                <c:pt idx="1">
                  <c:v>0.24766151</c:v>
                </c:pt>
                <c:pt idx="2">
                  <c:v>0.24609451</c:v>
                </c:pt>
                <c:pt idx="3">
                  <c:v>0.23824565</c:v>
                </c:pt>
                <c:pt idx="4">
                  <c:v>0.22941575</c:v>
                </c:pt>
                <c:pt idx="5">
                  <c:v>0.24323599</c:v>
                </c:pt>
                <c:pt idx="6">
                  <c:v>0.23154152</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425">
                  <a:solidFill>
                    <a:srgbClr val="122C39"/>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FE4E3"/>
            </a:solidFill>
          </a:ln>
        </c:spPr>
        <c:txPr>
          <a:bodyPr xmlns:a="http://schemas.openxmlformats.org/drawingml/2006/main" anchorCtr="1"/>
          <a:lstStyle xmlns:a="http://schemas.openxmlformats.org/drawingml/2006/main"/>
          <a:p xmlns:a="http://schemas.openxmlformats.org/drawingml/2006/main">
            <a:pPr>
              <a:defRPr sz="1500">
                <a:solidFill>
                  <a:srgbClr val="122C39"/>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6668">
              <a:solidFill>
                <a:srgbClr val="DFE4E3"/>
              </a:solidFill>
            </a:ln>
          </c:spPr>
        </c:majorGridlines>
        <c:title>
          <c:tx>
            <c:rich>
              <a:bodyPr xmlns:a="http://schemas.openxmlformats.org/drawingml/2006/main"/>
              <a:lstStyle xmlns:a="http://schemas.openxmlformats.org/drawingml/2006/main"/>
              <a:p xmlns:a="http://schemas.openxmlformats.org/drawingml/2006/main">
                <a:r>
                  <a:rPr sz="1500">
                    <a:solidFill>
                      <a:srgbClr val="122C39"/>
                    </a:solidFill>
                    <a:latin typeface="Arial"/>
                    <a:ea typeface="Arial"/>
                    <a:cs typeface="Arial"/>
                  </a:rPr>
                  <a:t>AbsRel</a:t>
                </a:r>
              </a:p>
            </c:rich>
          </c:tx>
          <c:overlay val="0"/>
          <c:txPr>
            <a:bodyPr xmlns:a="http://schemas.openxmlformats.org/drawingml/2006/main" anchorCtr="1"/>
            <a:lstStyle xmlns:a="http://schemas.openxmlformats.org/drawingml/2006/main"/>
            <a:p xmlns:a="http://schemas.openxmlformats.org/drawingml/2006/main">
              <a:pPr>
                <a:defRPr sz="1500">
                  <a:solidFill>
                    <a:srgbClr val="122C39"/>
                  </a:solidFill>
                  <a:latin typeface="Arial"/>
                  <a:ea typeface="Arial"/>
                  <a:cs typeface="Arial"/>
                </a:defRPr>
              </a:pPr>
            </a:p>
          </c:txPr>
        </c:title>
        <c:numFmt formatCode="0.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3636C"/>
                </a:solidFill>
                <a:latin typeface="Arial"/>
                <a:ea typeface="Arial"/>
                <a:cs typeface="Arial"/>
              </a:defRPr>
            </a:pPr>
          </a:p>
        </c:txPr>
        <c:crossAx val="48650112"/>
        <c:crossBetween val="between"/>
      </c:valAx>
      <c:spPr>
        <a:solidFill xmlns:a="http://schemas.openxmlformats.org/drawingml/2006/main">
          <a:srgbClr val="FAFAF7"/>
        </a:solidFill>
        <a:ln xmlns:a="http://schemas.openxmlformats.org/drawingml/2006/main" w="0">
          <a:noFill/>
        </a:ln>
      </c:spPr>
    </c:plotArea>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AbsRel</c:v>
          </c:tx>
          <c:spPr>
            <a:solidFill xmlns:a="http://schemas.openxmlformats.org/drawingml/2006/main">
              <a:srgbClr val="007F7B"/>
            </a:solidFill>
            <a:ln xmlns:a="http://schemas.openxmlformats.org/drawingml/2006/main" w="28575">
              <a:solidFill>
                <a:srgbClr val="007F7B"/>
              </a:solidFill>
              <a:prstDash val="solid"/>
            </a:ln>
          </c:spPr>
          <c:invertIfNegative val="0"/>
          <c:cat>
            <c:strRef>
              <c:f>'Chart Data'!$A$2:$A$5</c:f>
              <c:strCache>
                <c:ptCount val="4"/>
                <c:pt idx="0">
                  <c:v>No
correction</c:v>
                </c:pt>
                <c:pt idx="1">
                  <c:v>Gray-World</c:v>
                </c:pt>
                <c:pt idx="2">
                  <c:v>White-Patch</c:v>
                </c:pt>
                <c:pt idx="3">
                  <c:v>Gray-World
half</c:v>
                </c:pt>
              </c:strCache>
            </c:strRef>
          </c:cat>
          <c:val>
            <c:numRef>
              <c:f>'Chart Data'!$B$2:$B$5</c:f>
              <c:numCache>
                <c:formatCode>0.000</c:formatCode>
                <c:ptCount val="4"/>
                <c:pt idx="0">
                  <c:v>0.23936582</c:v>
                </c:pt>
                <c:pt idx="1">
                  <c:v>0.24086923</c:v>
                </c:pt>
                <c:pt idx="2">
                  <c:v>0.24448995</c:v>
                </c:pt>
                <c:pt idx="3">
                  <c:v>0.24157702</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425">
                  <a:solidFill>
                    <a:srgbClr val="122C39"/>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FE4E3"/>
            </a:solidFill>
          </a:ln>
        </c:spPr>
        <c:txPr>
          <a:bodyPr xmlns:a="http://schemas.openxmlformats.org/drawingml/2006/main" anchorCtr="1"/>
          <a:lstStyle xmlns:a="http://schemas.openxmlformats.org/drawingml/2006/main"/>
          <a:p xmlns:a="http://schemas.openxmlformats.org/drawingml/2006/main">
            <a:pPr>
              <a:defRPr sz="1500">
                <a:solidFill>
                  <a:srgbClr val="122C39"/>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6668">
              <a:solidFill>
                <a:srgbClr val="DFE4E3"/>
              </a:solidFill>
            </a:ln>
          </c:spPr>
        </c:majorGridlines>
        <c:title>
          <c:tx>
            <c:rich>
              <a:bodyPr xmlns:a="http://schemas.openxmlformats.org/drawingml/2006/main"/>
              <a:lstStyle xmlns:a="http://schemas.openxmlformats.org/drawingml/2006/main"/>
              <a:p xmlns:a="http://schemas.openxmlformats.org/drawingml/2006/main">
                <a:r>
                  <a:rPr sz="1500">
                    <a:solidFill>
                      <a:srgbClr val="122C39"/>
                    </a:solidFill>
                    <a:latin typeface="Arial"/>
                    <a:ea typeface="Arial"/>
                    <a:cs typeface="Arial"/>
                  </a:rPr>
                  <a:t>Mean AbsRel</a:t>
                </a:r>
              </a:p>
            </c:rich>
          </c:tx>
          <c:overlay val="0"/>
          <c:txPr>
            <a:bodyPr xmlns:a="http://schemas.openxmlformats.org/drawingml/2006/main" anchorCtr="1"/>
            <a:lstStyle xmlns:a="http://schemas.openxmlformats.org/drawingml/2006/main"/>
            <a:p xmlns:a="http://schemas.openxmlformats.org/drawingml/2006/main">
              <a:pPr>
                <a:defRPr sz="1500">
                  <a:solidFill>
                    <a:srgbClr val="122C39"/>
                  </a:solidFill>
                  <a:latin typeface="Arial"/>
                  <a:ea typeface="Arial"/>
                  <a:cs typeface="Arial"/>
                </a:defRPr>
              </a:pPr>
            </a:p>
          </c:txPr>
        </c:title>
        <c:numFmt formatCode="0.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3636C"/>
                </a:solidFill>
                <a:latin typeface="Arial"/>
                <a:ea typeface="Arial"/>
                <a:cs typeface="Arial"/>
              </a:defRPr>
            </a:pPr>
          </a:p>
        </c:txPr>
        <c:crossAx val="48650112"/>
        <c:crossBetween val="between"/>
      </c:valAx>
      <c:spPr>
        <a:solidFill xmlns:a="http://schemas.openxmlformats.org/drawingml/2006/main">
          <a:srgbClr val="FAFAF7"/>
        </a:solidFill>
        <a:ln xmlns:a="http://schemas.openxmlformats.org/drawingml/2006/main" w="0">
          <a:noFill/>
        </a:ln>
      </c:spPr>
    </c:plotArea>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2C39"/>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784C3314-EEEE-45A4-95E5-E66D29343EC6}"/>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C8D7DA"/>
                </a:solidFill>
                <a:latin typeface="Arial"/>
                <a:ea typeface="Arial"/>
                <a:cs typeface="Arial"/>
              </a:defRPr>
            </a:defPPr>
            <a:lvl1pPr algn="r">
              <a:defRPr sz="1200" b="0">
                <a:solidFill>
                  <a:srgbClr val="C8D7DA"/>
                </a:solidFill>
                <a:latin typeface="Arial"/>
                <a:ea typeface="Arial"/>
                <a:cs typeface="Arial"/>
              </a:defRPr>
            </a:lvl1pPr>
            <a:lvl2pPr algn="r">
              <a:defRPr sz="1200" b="0">
                <a:solidFill>
                  <a:srgbClr val="C8D7DA"/>
                </a:solidFill>
                <a:latin typeface="Arial"/>
                <a:ea typeface="Arial"/>
                <a:cs typeface="Arial"/>
              </a:defRPr>
            </a:lvl2pPr>
            <a:lvl3pPr algn="r">
              <a:defRPr sz="1200" b="0">
                <a:solidFill>
                  <a:srgbClr val="C8D7DA"/>
                </a:solidFill>
                <a:latin typeface="Arial"/>
                <a:ea typeface="Arial"/>
                <a:cs typeface="Arial"/>
              </a:defRPr>
            </a:lvl3pPr>
            <a:lvl4pPr algn="r">
              <a:defRPr sz="1200" b="0">
                <a:solidFill>
                  <a:srgbClr val="C8D7DA"/>
                </a:solidFill>
                <a:latin typeface="Arial"/>
                <a:ea typeface="Arial"/>
                <a:cs typeface="Arial"/>
              </a:defRPr>
            </a:lvl4pPr>
            <a:lvl5pPr algn="r">
              <a:defRPr sz="1200" b="0">
                <a:solidFill>
                  <a:srgbClr val="C8D7DA"/>
                </a:solidFill>
                <a:latin typeface="Arial"/>
                <a:ea typeface="Arial"/>
                <a:cs typeface="Arial"/>
              </a:defRPr>
            </a:lvl5pPr>
            <a:lvl6pPr algn="r">
              <a:defRPr sz="1200" b="0">
                <a:solidFill>
                  <a:srgbClr val="C8D7DA"/>
                </a:solidFill>
                <a:latin typeface="Arial"/>
                <a:ea typeface="Arial"/>
                <a:cs typeface="Arial"/>
              </a:defRPr>
            </a:lvl6pPr>
            <a:lvl7pPr algn="r">
              <a:defRPr sz="1200" b="0">
                <a:solidFill>
                  <a:srgbClr val="C8D7DA"/>
                </a:solidFill>
                <a:latin typeface="Arial"/>
                <a:ea typeface="Arial"/>
                <a:cs typeface="Arial"/>
              </a:defRPr>
            </a:lvl7pPr>
            <a:lvl8pPr algn="r">
              <a:defRPr sz="1200" b="0">
                <a:solidFill>
                  <a:srgbClr val="C8D7DA"/>
                </a:solidFill>
                <a:latin typeface="Arial"/>
                <a:ea typeface="Arial"/>
                <a:cs typeface="Arial"/>
              </a:defRPr>
            </a:lvl8pPr>
            <a:lvl9pPr algn="r">
              <a:defRPr sz="1200" b="0">
                <a:solidFill>
                  <a:srgbClr val="C8D7DA"/>
                </a:solidFill>
                <a:latin typeface="Arial"/>
                <a:ea typeface="Arial"/>
                <a:cs typeface="Arial"/>
              </a:defRPr>
            </a:lvl9pPr>
          </a:lstStyle>
          <a:p xmlns:a="http://schemas.openxmlformats.org/drawingml/2006/main">
            <a:pPr algn="r">
              <a:defRPr sz="1200" b="0">
                <a:solidFill>
                  <a:srgbClr val="C8D7DA"/>
                </a:solidFill>
                <a:latin typeface="Arial"/>
                <a:ea typeface="Arial"/>
                <a:cs typeface="Arial"/>
              </a:defRPr>
            </a:pPr>
            <a:r>
              <a:rPr sz="1200" b="0">
                <a:solidFill>
                  <a:srgbClr val="C8D7DA"/>
                </a:solidFill>
                <a:latin typeface="Arial"/>
                <a:ea typeface="Arial"/>
                <a:cs typeface="Arial"/>
              </a:rPr>
              <a:t>01</a:t>
            </a:r>
          </a:p>
        </p:txBody>
      </p:sp>
      <p:sp>
        <p:nvSpPr>
          <p:cNvPr id="2" name="text">
            <a:extLst xmlns:a="http://schemas.openxmlformats.org/drawingml/2006/main">
              <a:ext uri="{FF2B5EF4-FFF2-40B4-BE49-F238E27FC236}">
                <a16:creationId xmlns:a16="http://schemas.microsoft.com/office/drawing/2014/main" id="{1B46148B-44C1-4400-B81C-1FD83E65B570}"/>
              </a:ext>
            </a:extLst>
          </p:cNvPr>
          <p:cNvSpPr>
            <a:spLocks xmlns:a="http://schemas.openxmlformats.org/drawingml/2006/main" noGrp="1"/>
          </p:cNvSpPr>
          <p:nvPr/>
        </p:nvSpPr>
        <p:spPr>
          <a:xfrm xmlns:a="http://schemas.openxmlformats.org/drawingml/2006/main">
            <a:off x="609600" y="581025"/>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BAD0D2"/>
                </a:solidFill>
                <a:latin typeface="Arial"/>
                <a:ea typeface="Arial"/>
                <a:cs typeface="Arial"/>
              </a:defRPr>
            </a:defPPr>
            <a:lvl1pPr algn="l">
              <a:defRPr sz="1425" b="1">
                <a:solidFill>
                  <a:srgbClr val="BAD0D2"/>
                </a:solidFill>
                <a:latin typeface="Arial"/>
                <a:ea typeface="Arial"/>
                <a:cs typeface="Arial"/>
              </a:defRPr>
            </a:lvl1pPr>
            <a:lvl2pPr algn="l">
              <a:defRPr sz="1425" b="1">
                <a:solidFill>
                  <a:srgbClr val="BAD0D2"/>
                </a:solidFill>
                <a:latin typeface="Arial"/>
                <a:ea typeface="Arial"/>
                <a:cs typeface="Arial"/>
              </a:defRPr>
            </a:lvl2pPr>
            <a:lvl3pPr algn="l">
              <a:defRPr sz="1425" b="1">
                <a:solidFill>
                  <a:srgbClr val="BAD0D2"/>
                </a:solidFill>
                <a:latin typeface="Arial"/>
                <a:ea typeface="Arial"/>
                <a:cs typeface="Arial"/>
              </a:defRPr>
            </a:lvl3pPr>
            <a:lvl4pPr algn="l">
              <a:defRPr sz="1425" b="1">
                <a:solidFill>
                  <a:srgbClr val="BAD0D2"/>
                </a:solidFill>
                <a:latin typeface="Arial"/>
                <a:ea typeface="Arial"/>
                <a:cs typeface="Arial"/>
              </a:defRPr>
            </a:lvl4pPr>
            <a:lvl5pPr algn="l">
              <a:defRPr sz="1425" b="1">
                <a:solidFill>
                  <a:srgbClr val="BAD0D2"/>
                </a:solidFill>
                <a:latin typeface="Arial"/>
                <a:ea typeface="Arial"/>
                <a:cs typeface="Arial"/>
              </a:defRPr>
            </a:lvl5pPr>
            <a:lvl6pPr algn="l">
              <a:defRPr sz="1425" b="1">
                <a:solidFill>
                  <a:srgbClr val="BAD0D2"/>
                </a:solidFill>
                <a:latin typeface="Arial"/>
                <a:ea typeface="Arial"/>
                <a:cs typeface="Arial"/>
              </a:defRPr>
            </a:lvl6pPr>
            <a:lvl7pPr algn="l">
              <a:defRPr sz="1425" b="1">
                <a:solidFill>
                  <a:srgbClr val="BAD0D2"/>
                </a:solidFill>
                <a:latin typeface="Arial"/>
                <a:ea typeface="Arial"/>
                <a:cs typeface="Arial"/>
              </a:defRPr>
            </a:lvl7pPr>
            <a:lvl8pPr algn="l">
              <a:defRPr sz="1425" b="1">
                <a:solidFill>
                  <a:srgbClr val="BAD0D2"/>
                </a:solidFill>
                <a:latin typeface="Arial"/>
                <a:ea typeface="Arial"/>
                <a:cs typeface="Arial"/>
              </a:defRPr>
            </a:lvl8pPr>
            <a:lvl9pPr algn="l">
              <a:defRPr sz="1425" b="1">
                <a:solidFill>
                  <a:srgbClr val="BAD0D2"/>
                </a:solidFill>
                <a:latin typeface="Arial"/>
                <a:ea typeface="Arial"/>
                <a:cs typeface="Arial"/>
              </a:defRPr>
            </a:lvl9pPr>
          </a:lstStyle>
          <a:p xmlns:a="http://schemas.openxmlformats.org/drawingml/2006/main">
            <a:pPr algn="l">
              <a:defRPr sz="1425" b="1">
                <a:solidFill>
                  <a:srgbClr val="BAD0D2"/>
                </a:solidFill>
                <a:latin typeface="Arial"/>
                <a:ea typeface="Arial"/>
                <a:cs typeface="Arial"/>
              </a:defRPr>
            </a:pPr>
            <a:r>
              <a:rPr sz="1425" b="1">
                <a:solidFill>
                  <a:srgbClr val="BAD0D2"/>
                </a:solidFill>
                <a:latin typeface="Arial"/>
                <a:ea typeface="Arial"/>
                <a:cs typeface="Arial"/>
              </a:rPr>
              <a:t>SICHUAN UNIVERSITY</a:t>
            </a:r>
          </a:p>
        </p:txBody>
      </p:sp>
      <p:sp>
        <p:nvSpPr>
          <p:cNvPr id="3" name="text">
            <a:extLst xmlns:a="http://schemas.openxmlformats.org/drawingml/2006/main">
              <a:ext uri="{FF2B5EF4-FFF2-40B4-BE49-F238E27FC236}">
                <a16:creationId xmlns:a16="http://schemas.microsoft.com/office/drawing/2014/main" id="{0DDC1632-3AB9-4393-84E0-589BE75C0A3F}"/>
              </a:ext>
            </a:extLst>
          </p:cNvPr>
          <p:cNvSpPr>
            <a:spLocks xmlns:a="http://schemas.openxmlformats.org/drawingml/2006/main" noGrp="1"/>
          </p:cNvSpPr>
          <p:nvPr/>
        </p:nvSpPr>
        <p:spPr>
          <a:xfrm xmlns:a="http://schemas.openxmlformats.org/drawingml/2006/main">
            <a:off x="609600" y="1428750"/>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BAD0D2"/>
                </a:solidFill>
                <a:latin typeface="Arial"/>
                <a:ea typeface="Arial"/>
                <a:cs typeface="Arial"/>
              </a:defRPr>
            </a:defPPr>
            <a:lvl1pPr algn="l">
              <a:defRPr sz="2175" b="0">
                <a:solidFill>
                  <a:srgbClr val="BAD0D2"/>
                </a:solidFill>
                <a:latin typeface="Arial"/>
                <a:ea typeface="Arial"/>
                <a:cs typeface="Arial"/>
              </a:defRPr>
            </a:lvl1pPr>
            <a:lvl2pPr algn="l">
              <a:defRPr sz="2175" b="0">
                <a:solidFill>
                  <a:srgbClr val="BAD0D2"/>
                </a:solidFill>
                <a:latin typeface="Arial"/>
                <a:ea typeface="Arial"/>
                <a:cs typeface="Arial"/>
              </a:defRPr>
            </a:lvl2pPr>
            <a:lvl3pPr algn="l">
              <a:defRPr sz="2175" b="0">
                <a:solidFill>
                  <a:srgbClr val="BAD0D2"/>
                </a:solidFill>
                <a:latin typeface="Arial"/>
                <a:ea typeface="Arial"/>
                <a:cs typeface="Arial"/>
              </a:defRPr>
            </a:lvl3pPr>
            <a:lvl4pPr algn="l">
              <a:defRPr sz="2175" b="0">
                <a:solidFill>
                  <a:srgbClr val="BAD0D2"/>
                </a:solidFill>
                <a:latin typeface="Arial"/>
                <a:ea typeface="Arial"/>
                <a:cs typeface="Arial"/>
              </a:defRPr>
            </a:lvl4pPr>
            <a:lvl5pPr algn="l">
              <a:defRPr sz="2175" b="0">
                <a:solidFill>
                  <a:srgbClr val="BAD0D2"/>
                </a:solidFill>
                <a:latin typeface="Arial"/>
                <a:ea typeface="Arial"/>
                <a:cs typeface="Arial"/>
              </a:defRPr>
            </a:lvl5pPr>
            <a:lvl6pPr algn="l">
              <a:defRPr sz="2175" b="0">
                <a:solidFill>
                  <a:srgbClr val="BAD0D2"/>
                </a:solidFill>
                <a:latin typeface="Arial"/>
                <a:ea typeface="Arial"/>
                <a:cs typeface="Arial"/>
              </a:defRPr>
            </a:lvl6pPr>
            <a:lvl7pPr algn="l">
              <a:defRPr sz="2175" b="0">
                <a:solidFill>
                  <a:srgbClr val="BAD0D2"/>
                </a:solidFill>
                <a:latin typeface="Arial"/>
                <a:ea typeface="Arial"/>
                <a:cs typeface="Arial"/>
              </a:defRPr>
            </a:lvl7pPr>
            <a:lvl8pPr algn="l">
              <a:defRPr sz="2175" b="0">
                <a:solidFill>
                  <a:srgbClr val="BAD0D2"/>
                </a:solidFill>
                <a:latin typeface="Arial"/>
                <a:ea typeface="Arial"/>
                <a:cs typeface="Arial"/>
              </a:defRPr>
            </a:lvl8pPr>
            <a:lvl9pPr algn="l">
              <a:defRPr sz="2175" b="0">
                <a:solidFill>
                  <a:srgbClr val="BAD0D2"/>
                </a:solidFill>
                <a:latin typeface="Arial"/>
                <a:ea typeface="Arial"/>
                <a:cs typeface="Arial"/>
              </a:defRPr>
            </a:lvl9pPr>
          </a:lstStyle>
          <a:p xmlns:a="http://schemas.openxmlformats.org/drawingml/2006/main">
            <a:pPr algn="l">
              <a:defRPr sz="2175" b="0">
                <a:solidFill>
                  <a:srgbClr val="BAD0D2"/>
                </a:solidFill>
                <a:latin typeface="Arial"/>
                <a:ea typeface="Arial"/>
                <a:cs typeface="Arial"/>
              </a:defRPr>
            </a:pPr>
            <a:r>
              <a:rPr sz="2175" b="0">
                <a:solidFill>
                  <a:srgbClr val="BAD0D2"/>
                </a:solidFill>
                <a:latin typeface="Arial"/>
                <a:ea typeface="Arial"/>
                <a:cs typeface="Arial"/>
              </a:rPr>
              <a:t>Design and Implementation of a</a:t>
            </a:r>
          </a:p>
        </p:txBody>
      </p:sp>
      <p:sp>
        <p:nvSpPr>
          <p:cNvPr id="4" name="text">
            <a:extLst xmlns:a="http://schemas.openxmlformats.org/drawingml/2006/main">
              <a:ext uri="{FF2B5EF4-FFF2-40B4-BE49-F238E27FC236}">
                <a16:creationId xmlns:a16="http://schemas.microsoft.com/office/drawing/2014/main" id="{19D0AB8E-17B4-4EB1-99C6-B84D24A03755}"/>
              </a:ext>
            </a:extLst>
          </p:cNvPr>
          <p:cNvSpPr>
            <a:spLocks xmlns:a="http://schemas.openxmlformats.org/drawingml/2006/main" noGrp="1"/>
          </p:cNvSpPr>
          <p:nvPr/>
        </p:nvSpPr>
        <p:spPr>
          <a:xfrm xmlns:a="http://schemas.openxmlformats.org/drawingml/2006/main">
            <a:off x="609600" y="2057400"/>
            <a:ext cx="7239000" cy="2228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25" b="1">
                <a:solidFill>
                  <a:srgbClr val="FFFFFF"/>
                </a:solidFill>
                <a:latin typeface="Arial"/>
                <a:ea typeface="Arial"/>
                <a:cs typeface="Arial"/>
              </a:defRPr>
            </a:defPPr>
            <a:lvl1pPr algn="l">
              <a:defRPr sz="3825" b="1">
                <a:solidFill>
                  <a:srgbClr val="FFFFFF"/>
                </a:solidFill>
                <a:latin typeface="Arial"/>
                <a:ea typeface="Arial"/>
                <a:cs typeface="Arial"/>
              </a:defRPr>
            </a:lvl1pPr>
            <a:lvl2pPr algn="l">
              <a:defRPr sz="3825" b="1">
                <a:solidFill>
                  <a:srgbClr val="FFFFFF"/>
                </a:solidFill>
                <a:latin typeface="Arial"/>
                <a:ea typeface="Arial"/>
                <a:cs typeface="Arial"/>
              </a:defRPr>
            </a:lvl2pPr>
            <a:lvl3pPr algn="l">
              <a:defRPr sz="3825" b="1">
                <a:solidFill>
                  <a:srgbClr val="FFFFFF"/>
                </a:solidFill>
                <a:latin typeface="Arial"/>
                <a:ea typeface="Arial"/>
                <a:cs typeface="Arial"/>
              </a:defRPr>
            </a:lvl3pPr>
            <a:lvl4pPr algn="l">
              <a:defRPr sz="3825" b="1">
                <a:solidFill>
                  <a:srgbClr val="FFFFFF"/>
                </a:solidFill>
                <a:latin typeface="Arial"/>
                <a:ea typeface="Arial"/>
                <a:cs typeface="Arial"/>
              </a:defRPr>
            </a:lvl4pPr>
            <a:lvl5pPr algn="l">
              <a:defRPr sz="3825" b="1">
                <a:solidFill>
                  <a:srgbClr val="FFFFFF"/>
                </a:solidFill>
                <a:latin typeface="Arial"/>
                <a:ea typeface="Arial"/>
                <a:cs typeface="Arial"/>
              </a:defRPr>
            </a:lvl5pPr>
            <a:lvl6pPr algn="l">
              <a:defRPr sz="3825" b="1">
                <a:solidFill>
                  <a:srgbClr val="FFFFFF"/>
                </a:solidFill>
                <a:latin typeface="Arial"/>
                <a:ea typeface="Arial"/>
                <a:cs typeface="Arial"/>
              </a:defRPr>
            </a:lvl6pPr>
            <a:lvl7pPr algn="l">
              <a:defRPr sz="3825" b="1">
                <a:solidFill>
                  <a:srgbClr val="FFFFFF"/>
                </a:solidFill>
                <a:latin typeface="Arial"/>
                <a:ea typeface="Arial"/>
                <a:cs typeface="Arial"/>
              </a:defRPr>
            </a:lvl7pPr>
            <a:lvl8pPr algn="l">
              <a:defRPr sz="3825" b="1">
                <a:solidFill>
                  <a:srgbClr val="FFFFFF"/>
                </a:solidFill>
                <a:latin typeface="Arial"/>
                <a:ea typeface="Arial"/>
                <a:cs typeface="Arial"/>
              </a:defRPr>
            </a:lvl8pPr>
            <a:lvl9pPr algn="l">
              <a:defRPr sz="3825" b="1">
                <a:solidFill>
                  <a:srgbClr val="FFFFFF"/>
                </a:solidFill>
                <a:latin typeface="Arial"/>
                <a:ea typeface="Arial"/>
                <a:cs typeface="Arial"/>
              </a:defRPr>
            </a:lvl9pPr>
          </a:lstStyle>
          <a:p xmlns:a="http://schemas.openxmlformats.org/drawingml/2006/main">
            <a:pPr algn="l">
              <a:defRPr sz="3825" b="1">
                <a:solidFill>
                  <a:srgbClr val="FFFFFF"/>
                </a:solidFill>
                <a:latin typeface="Arial"/>
                <a:ea typeface="Arial"/>
                <a:cs typeface="Arial"/>
              </a:defRPr>
            </a:pPr>
            <a:r>
              <a:rPr sz="3825" b="1">
                <a:solidFill>
                  <a:srgbClr val="FFFFFF"/>
                </a:solidFill>
                <a:latin typeface="Arial"/>
                <a:ea typeface="Arial"/>
                <a:cs typeface="Arial"/>
              </a:rPr>
              <a:t>Color-Constancy-Assisted</a:t>
            </a:r>
          </a:p>
          <a:p xmlns:a="http://schemas.openxmlformats.org/drawingml/2006/main">
            <a:pPr algn="l">
              <a:defRPr sz="3825" b="1">
                <a:solidFill>
                  <a:srgbClr val="FFFFFF"/>
                </a:solidFill>
                <a:latin typeface="Arial"/>
                <a:ea typeface="Arial"/>
                <a:cs typeface="Arial"/>
              </a:defRPr>
            </a:pPr>
            <a:r>
              <a:rPr sz="3825" b="1">
                <a:solidFill>
                  <a:srgbClr val="FFFFFF"/>
                </a:solidFill>
                <a:latin typeface="Arial"/>
                <a:ea typeface="Arial"/>
                <a:cs typeface="Arial"/>
              </a:rPr>
              <a:t>Monocular Depth</a:t>
            </a:r>
          </a:p>
          <a:p xmlns:a="http://schemas.openxmlformats.org/drawingml/2006/main">
            <a:pPr algn="l">
              <a:defRPr sz="3825" b="1">
                <a:solidFill>
                  <a:srgbClr val="FFFFFF"/>
                </a:solidFill>
                <a:latin typeface="Arial"/>
                <a:ea typeface="Arial"/>
                <a:cs typeface="Arial"/>
              </a:defRPr>
            </a:pPr>
            <a:r>
              <a:rPr sz="3825" b="1">
                <a:solidFill>
                  <a:srgbClr val="FFFFFF"/>
                </a:solidFill>
                <a:latin typeface="Arial"/>
                <a:ea typeface="Arial"/>
                <a:cs typeface="Arial"/>
              </a:rPr>
              <a:t>Estimation System</a:t>
            </a:r>
          </a:p>
        </p:txBody>
      </p:sp>
      <p:sp>
        <p:nvSpPr>
          <p:cNvPr id="5" name="text">
            <a:extLst xmlns:a="http://schemas.openxmlformats.org/drawingml/2006/main">
              <a:ext uri="{FF2B5EF4-FFF2-40B4-BE49-F238E27FC236}">
                <a16:creationId xmlns:a16="http://schemas.microsoft.com/office/drawing/2014/main" id="{35632EF1-3A52-4347-85BA-4C6B35D45770}"/>
              </a:ext>
            </a:extLst>
          </p:cNvPr>
          <p:cNvSpPr>
            <a:spLocks xmlns:a="http://schemas.openxmlformats.org/drawingml/2006/main" noGrp="1"/>
          </p:cNvSpPr>
          <p:nvPr/>
        </p:nvSpPr>
        <p:spPr>
          <a:xfrm xmlns:a="http://schemas.openxmlformats.org/drawingml/2006/main">
            <a:off x="609600" y="4543425"/>
            <a:ext cx="666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77D1C5"/>
                </a:solidFill>
                <a:latin typeface="Arial"/>
                <a:ea typeface="Arial"/>
                <a:cs typeface="Arial"/>
              </a:defRPr>
            </a:defPPr>
            <a:lvl1pPr algn="l">
              <a:defRPr sz="2025" b="0">
                <a:solidFill>
                  <a:srgbClr val="77D1C5"/>
                </a:solidFill>
                <a:latin typeface="Arial"/>
                <a:ea typeface="Arial"/>
                <a:cs typeface="Arial"/>
              </a:defRPr>
            </a:lvl1pPr>
            <a:lvl2pPr algn="l">
              <a:defRPr sz="2025" b="0">
                <a:solidFill>
                  <a:srgbClr val="77D1C5"/>
                </a:solidFill>
                <a:latin typeface="Arial"/>
                <a:ea typeface="Arial"/>
                <a:cs typeface="Arial"/>
              </a:defRPr>
            </a:lvl2pPr>
            <a:lvl3pPr algn="l">
              <a:defRPr sz="2025" b="0">
                <a:solidFill>
                  <a:srgbClr val="77D1C5"/>
                </a:solidFill>
                <a:latin typeface="Arial"/>
                <a:ea typeface="Arial"/>
                <a:cs typeface="Arial"/>
              </a:defRPr>
            </a:lvl3pPr>
            <a:lvl4pPr algn="l">
              <a:defRPr sz="2025" b="0">
                <a:solidFill>
                  <a:srgbClr val="77D1C5"/>
                </a:solidFill>
                <a:latin typeface="Arial"/>
                <a:ea typeface="Arial"/>
                <a:cs typeface="Arial"/>
              </a:defRPr>
            </a:lvl4pPr>
            <a:lvl5pPr algn="l">
              <a:defRPr sz="2025" b="0">
                <a:solidFill>
                  <a:srgbClr val="77D1C5"/>
                </a:solidFill>
                <a:latin typeface="Arial"/>
                <a:ea typeface="Arial"/>
                <a:cs typeface="Arial"/>
              </a:defRPr>
            </a:lvl5pPr>
            <a:lvl6pPr algn="l">
              <a:defRPr sz="2025" b="0">
                <a:solidFill>
                  <a:srgbClr val="77D1C5"/>
                </a:solidFill>
                <a:latin typeface="Arial"/>
                <a:ea typeface="Arial"/>
                <a:cs typeface="Arial"/>
              </a:defRPr>
            </a:lvl6pPr>
            <a:lvl7pPr algn="l">
              <a:defRPr sz="2025" b="0">
                <a:solidFill>
                  <a:srgbClr val="77D1C5"/>
                </a:solidFill>
                <a:latin typeface="Arial"/>
                <a:ea typeface="Arial"/>
                <a:cs typeface="Arial"/>
              </a:defRPr>
            </a:lvl7pPr>
            <a:lvl8pPr algn="l">
              <a:defRPr sz="2025" b="0">
                <a:solidFill>
                  <a:srgbClr val="77D1C5"/>
                </a:solidFill>
                <a:latin typeface="Arial"/>
                <a:ea typeface="Arial"/>
                <a:cs typeface="Arial"/>
              </a:defRPr>
            </a:lvl8pPr>
            <a:lvl9pPr algn="l">
              <a:defRPr sz="2025" b="0">
                <a:solidFill>
                  <a:srgbClr val="77D1C5"/>
                </a:solidFill>
                <a:latin typeface="Arial"/>
                <a:ea typeface="Arial"/>
                <a:cs typeface="Arial"/>
              </a:defRPr>
            </a:lvl9pPr>
          </a:lstStyle>
          <a:p xmlns:a="http://schemas.openxmlformats.org/drawingml/2006/main">
            <a:pPr algn="l">
              <a:defRPr sz="2025" b="0">
                <a:solidFill>
                  <a:srgbClr val="77D1C5"/>
                </a:solidFill>
                <a:latin typeface="Arial"/>
                <a:ea typeface="Arial"/>
                <a:cs typeface="Arial"/>
              </a:defRPr>
            </a:pPr>
            <a:r>
              <a:rPr sz="2025" b="0">
                <a:solidFill>
                  <a:srgbClr val="77D1C5"/>
                </a:solidFill>
                <a:latin typeface="Arial"/>
                <a:ea typeface="Arial"/>
                <a:cs typeface="Arial"/>
              </a:rPr>
              <a:t>First controlled experiment</a:t>
            </a:r>
          </a:p>
        </p:txBody>
      </p:sp>
      <p:sp>
        <p:nvSpPr>
          <p:cNvPr id="6" name="text">
            <a:extLst xmlns:a="http://schemas.openxmlformats.org/drawingml/2006/main">
              <a:ext uri="{FF2B5EF4-FFF2-40B4-BE49-F238E27FC236}">
                <a16:creationId xmlns:a16="http://schemas.microsoft.com/office/drawing/2014/main" id="{E81B5C9C-8044-48EB-8DF8-BD53312261FD}"/>
              </a:ext>
            </a:extLst>
          </p:cNvPr>
          <p:cNvSpPr>
            <a:spLocks xmlns:a="http://schemas.openxmlformats.org/drawingml/2006/main" noGrp="1"/>
          </p:cNvSpPr>
          <p:nvPr/>
        </p:nvSpPr>
        <p:spPr>
          <a:xfrm xmlns:a="http://schemas.openxmlformats.org/drawingml/2006/main">
            <a:off x="609600" y="5391150"/>
            <a:ext cx="666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FFFFF"/>
                </a:solidFill>
                <a:latin typeface="Arial"/>
                <a:ea typeface="Arial"/>
                <a:cs typeface="Arial"/>
              </a:defRPr>
            </a:defPPr>
            <a:lvl1pPr algn="l">
              <a:defRPr sz="1800" b="0">
                <a:solidFill>
                  <a:srgbClr val="FFFFFF"/>
                </a:solidFill>
                <a:latin typeface="Arial"/>
                <a:ea typeface="Arial"/>
                <a:cs typeface="Arial"/>
              </a:defRPr>
            </a:lvl1pPr>
            <a:lvl2pPr algn="l">
              <a:defRPr sz="1800" b="0">
                <a:solidFill>
                  <a:srgbClr val="FFFFFF"/>
                </a:solidFill>
                <a:latin typeface="Arial"/>
                <a:ea typeface="Arial"/>
                <a:cs typeface="Arial"/>
              </a:defRPr>
            </a:lvl2pPr>
            <a:lvl3pPr algn="l">
              <a:defRPr sz="1800" b="0">
                <a:solidFill>
                  <a:srgbClr val="FFFFFF"/>
                </a:solidFill>
                <a:latin typeface="Arial"/>
                <a:ea typeface="Arial"/>
                <a:cs typeface="Arial"/>
              </a:defRPr>
            </a:lvl3pPr>
            <a:lvl4pPr algn="l">
              <a:defRPr sz="1800" b="0">
                <a:solidFill>
                  <a:srgbClr val="FFFFFF"/>
                </a:solidFill>
                <a:latin typeface="Arial"/>
                <a:ea typeface="Arial"/>
                <a:cs typeface="Arial"/>
              </a:defRPr>
            </a:lvl4pPr>
            <a:lvl5pPr algn="l">
              <a:defRPr sz="1800" b="0">
                <a:solidFill>
                  <a:srgbClr val="FFFFFF"/>
                </a:solidFill>
                <a:latin typeface="Arial"/>
                <a:ea typeface="Arial"/>
                <a:cs typeface="Arial"/>
              </a:defRPr>
            </a:lvl5pPr>
            <a:lvl6pPr algn="l">
              <a:defRPr sz="1800" b="0">
                <a:solidFill>
                  <a:srgbClr val="FFFFFF"/>
                </a:solidFill>
                <a:latin typeface="Arial"/>
                <a:ea typeface="Arial"/>
                <a:cs typeface="Arial"/>
              </a:defRPr>
            </a:lvl6pPr>
            <a:lvl7pPr algn="l">
              <a:defRPr sz="1800" b="0">
                <a:solidFill>
                  <a:srgbClr val="FFFFFF"/>
                </a:solidFill>
                <a:latin typeface="Arial"/>
                <a:ea typeface="Arial"/>
                <a:cs typeface="Arial"/>
              </a:defRPr>
            </a:lvl7pPr>
            <a:lvl8pPr algn="l">
              <a:defRPr sz="1800" b="0">
                <a:solidFill>
                  <a:srgbClr val="FFFFFF"/>
                </a:solidFill>
                <a:latin typeface="Arial"/>
                <a:ea typeface="Arial"/>
                <a:cs typeface="Arial"/>
              </a:defRPr>
            </a:lvl8pPr>
            <a:lvl9pPr algn="l">
              <a:defRPr sz="1800" b="0">
                <a:solidFill>
                  <a:srgbClr val="FFFFFF"/>
                </a:solidFill>
                <a:latin typeface="Arial"/>
                <a:ea typeface="Arial"/>
                <a:cs typeface="Arial"/>
              </a:defRPr>
            </a:lvl9pPr>
          </a:lstStyle>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Shirsha Mitra</a:t>
            </a:r>
          </a:p>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Student ID 2023521460130</a:t>
            </a:r>
          </a:p>
        </p:txBody>
      </p:sp>
      <p:sp>
        <p:nvSpPr>
          <p:cNvPr id="7" name="text">
            <a:extLst xmlns:a="http://schemas.openxmlformats.org/drawingml/2006/main">
              <a:ext uri="{FF2B5EF4-FFF2-40B4-BE49-F238E27FC236}">
                <a16:creationId xmlns:a16="http://schemas.microsoft.com/office/drawing/2014/main" id="{DB277174-B054-4A54-802B-1B20020B7259}"/>
              </a:ext>
            </a:extLst>
          </p:cNvPr>
          <p:cNvSpPr>
            <a:spLocks xmlns:a="http://schemas.openxmlformats.org/drawingml/2006/main" noGrp="1"/>
          </p:cNvSpPr>
          <p:nvPr/>
        </p:nvSpPr>
        <p:spPr>
          <a:xfrm xmlns:a="http://schemas.openxmlformats.org/drawingml/2006/main">
            <a:off x="8448675" y="5829300"/>
            <a:ext cx="3133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AD0D2"/>
                </a:solidFill>
                <a:latin typeface="Arial"/>
                <a:ea typeface="Arial"/>
                <a:cs typeface="Arial"/>
              </a:defRPr>
            </a:defPPr>
            <a:lvl1pPr algn="r">
              <a:defRPr sz="1500" b="0">
                <a:solidFill>
                  <a:srgbClr val="BAD0D2"/>
                </a:solidFill>
                <a:latin typeface="Arial"/>
                <a:ea typeface="Arial"/>
                <a:cs typeface="Arial"/>
              </a:defRPr>
            </a:lvl1pPr>
            <a:lvl2pPr algn="r">
              <a:defRPr sz="1500" b="0">
                <a:solidFill>
                  <a:srgbClr val="BAD0D2"/>
                </a:solidFill>
                <a:latin typeface="Arial"/>
                <a:ea typeface="Arial"/>
                <a:cs typeface="Arial"/>
              </a:defRPr>
            </a:lvl2pPr>
            <a:lvl3pPr algn="r">
              <a:defRPr sz="1500" b="0">
                <a:solidFill>
                  <a:srgbClr val="BAD0D2"/>
                </a:solidFill>
                <a:latin typeface="Arial"/>
                <a:ea typeface="Arial"/>
                <a:cs typeface="Arial"/>
              </a:defRPr>
            </a:lvl3pPr>
            <a:lvl4pPr algn="r">
              <a:defRPr sz="1500" b="0">
                <a:solidFill>
                  <a:srgbClr val="BAD0D2"/>
                </a:solidFill>
                <a:latin typeface="Arial"/>
                <a:ea typeface="Arial"/>
                <a:cs typeface="Arial"/>
              </a:defRPr>
            </a:lvl4pPr>
            <a:lvl5pPr algn="r">
              <a:defRPr sz="1500" b="0">
                <a:solidFill>
                  <a:srgbClr val="BAD0D2"/>
                </a:solidFill>
                <a:latin typeface="Arial"/>
                <a:ea typeface="Arial"/>
                <a:cs typeface="Arial"/>
              </a:defRPr>
            </a:lvl5pPr>
            <a:lvl6pPr algn="r">
              <a:defRPr sz="1500" b="0">
                <a:solidFill>
                  <a:srgbClr val="BAD0D2"/>
                </a:solidFill>
                <a:latin typeface="Arial"/>
                <a:ea typeface="Arial"/>
                <a:cs typeface="Arial"/>
              </a:defRPr>
            </a:lvl6pPr>
            <a:lvl7pPr algn="r">
              <a:defRPr sz="1500" b="0">
                <a:solidFill>
                  <a:srgbClr val="BAD0D2"/>
                </a:solidFill>
                <a:latin typeface="Arial"/>
                <a:ea typeface="Arial"/>
                <a:cs typeface="Arial"/>
              </a:defRPr>
            </a:lvl7pPr>
            <a:lvl8pPr algn="r">
              <a:defRPr sz="1500" b="0">
                <a:solidFill>
                  <a:srgbClr val="BAD0D2"/>
                </a:solidFill>
                <a:latin typeface="Arial"/>
                <a:ea typeface="Arial"/>
                <a:cs typeface="Arial"/>
              </a:defRPr>
            </a:lvl8pPr>
            <a:lvl9pPr algn="r">
              <a:defRPr sz="1500" b="0">
                <a:solidFill>
                  <a:srgbClr val="BAD0D2"/>
                </a:solidFill>
                <a:latin typeface="Arial"/>
                <a:ea typeface="Arial"/>
                <a:cs typeface="Arial"/>
              </a:defRPr>
            </a:lvl9pPr>
          </a:lstStyle>
          <a:p xmlns:a="http://schemas.openxmlformats.org/drawingml/2006/main">
            <a:pPr algn="r">
              <a:defRPr sz="1500" b="0">
                <a:solidFill>
                  <a:srgbClr val="BAD0D2"/>
                </a:solidFill>
                <a:latin typeface="Arial"/>
                <a:ea typeface="Arial"/>
                <a:cs typeface="Arial"/>
              </a:defRPr>
            </a:pPr>
            <a:r>
              <a:rPr sz="1500" b="0">
                <a:solidFill>
                  <a:srgbClr val="BAD0D2"/>
                </a:solidFill>
                <a:latin typeface="Arial"/>
                <a:ea typeface="Arial"/>
                <a:cs typeface="Arial"/>
              </a:rPr>
              <a:t>24 October 2026</a:t>
            </a:r>
          </a:p>
        </p:txBody>
      </p:sp>
      <p:pic>
        <p:nvPicPr>
          <p:cNvPr id="8" name="">
            <a:extLst xmlns:a="http://schemas.openxmlformats.org/drawingml/2006/main">
              <a:ext uri="{FF2B5EF4-FFF2-40B4-BE49-F238E27FC236}">
                <a16:creationId xmlns:a16="http://schemas.microsoft.com/office/drawing/2014/main" id="{624B9E6C-A7F0-45B1-AABE-8458AC890543}"/>
              </a:ext>
            </a:extLst>
          </p:cNvPr>
          <p:cNvPicPr>
            <a:picLocks xmlns:a="http://schemas.openxmlformats.org/drawingml/2006/main" noChangeAspect="1"/>
          </p:cNvPicPr>
          <p:nvPr/>
        </p:nvPicPr>
        <p:blipFill>
          <a:blip xmlns:r="http://schemas.openxmlformats.org/officeDocument/2006/relationships" xmlns:a="http://schemas.openxmlformats.org/drawingml/2006/main" r:embed="Rfe62c9dcdc7c4211"/>
          <a:stretch xmlns:a="http://schemas.openxmlformats.org/drawingml/2006/main"/>
        </p:blipFill>
        <p:spPr>
          <a:xfrm xmlns:a="http://schemas.openxmlformats.org/drawingml/2006/main">
            <a:off x="8267700" y="2157413"/>
            <a:ext cx="3314700" cy="2486025"/>
          </a:xfrm>
          <a:prstGeom xmlns:a="http://schemas.openxmlformats.org/drawingml/2006/main" prst="rect">
            <a:avLst/>
          </a:prstGeom>
        </p:spPr>
      </p:pic>
    </p:spTree>
    <p:extLst>
      <p:ext uri="{BB962C8B-B14F-4D97-AF65-F5344CB8AC3E}">
        <p14:creationId xmlns:p14="http://schemas.microsoft.com/office/powerpoint/2010/main" val="577206156"/>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DC6DBDD2-94D2-496B-9654-F1B582758A8A}"/>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22C39"/>
                </a:solidFill>
                <a:latin typeface="Arial"/>
                <a:ea typeface="Arial"/>
                <a:cs typeface="Arial"/>
              </a:defRPr>
            </a:defPPr>
            <a:lvl1pPr algn="l">
              <a:defRPr sz="3225" b="1">
                <a:solidFill>
                  <a:srgbClr val="122C39"/>
                </a:solidFill>
                <a:latin typeface="Arial"/>
                <a:ea typeface="Arial"/>
                <a:cs typeface="Arial"/>
              </a:defRPr>
            </a:lvl1pPr>
            <a:lvl2pPr algn="l">
              <a:defRPr sz="3225" b="1">
                <a:solidFill>
                  <a:srgbClr val="122C39"/>
                </a:solidFill>
                <a:latin typeface="Arial"/>
                <a:ea typeface="Arial"/>
                <a:cs typeface="Arial"/>
              </a:defRPr>
            </a:lvl2pPr>
            <a:lvl3pPr algn="l">
              <a:defRPr sz="3225" b="1">
                <a:solidFill>
                  <a:srgbClr val="122C39"/>
                </a:solidFill>
                <a:latin typeface="Arial"/>
                <a:ea typeface="Arial"/>
                <a:cs typeface="Arial"/>
              </a:defRPr>
            </a:lvl3pPr>
            <a:lvl4pPr algn="l">
              <a:defRPr sz="3225" b="1">
                <a:solidFill>
                  <a:srgbClr val="122C39"/>
                </a:solidFill>
                <a:latin typeface="Arial"/>
                <a:ea typeface="Arial"/>
                <a:cs typeface="Arial"/>
              </a:defRPr>
            </a:lvl4pPr>
            <a:lvl5pPr algn="l">
              <a:defRPr sz="3225" b="1">
                <a:solidFill>
                  <a:srgbClr val="122C39"/>
                </a:solidFill>
                <a:latin typeface="Arial"/>
                <a:ea typeface="Arial"/>
                <a:cs typeface="Arial"/>
              </a:defRPr>
            </a:lvl5pPr>
            <a:lvl6pPr algn="l">
              <a:defRPr sz="3225" b="1">
                <a:solidFill>
                  <a:srgbClr val="122C39"/>
                </a:solidFill>
                <a:latin typeface="Arial"/>
                <a:ea typeface="Arial"/>
                <a:cs typeface="Arial"/>
              </a:defRPr>
            </a:lvl6pPr>
            <a:lvl7pPr algn="l">
              <a:defRPr sz="3225" b="1">
                <a:solidFill>
                  <a:srgbClr val="122C39"/>
                </a:solidFill>
                <a:latin typeface="Arial"/>
                <a:ea typeface="Arial"/>
                <a:cs typeface="Arial"/>
              </a:defRPr>
            </a:lvl7pPr>
            <a:lvl8pPr algn="l">
              <a:defRPr sz="3225" b="1">
                <a:solidFill>
                  <a:srgbClr val="122C39"/>
                </a:solidFill>
                <a:latin typeface="Arial"/>
                <a:ea typeface="Arial"/>
                <a:cs typeface="Arial"/>
              </a:defRPr>
            </a:lvl8pPr>
            <a:lvl9pPr algn="l">
              <a:defRPr sz="3225" b="1">
                <a:solidFill>
                  <a:srgbClr val="122C39"/>
                </a:solidFill>
                <a:latin typeface="Arial"/>
                <a:ea typeface="Arial"/>
                <a:cs typeface="Arial"/>
              </a:defRPr>
            </a:lvl9pPr>
          </a:lstStyle>
          <a:p xmlns:a="http://schemas.openxmlformats.org/drawingml/2006/main">
            <a:pPr algn="l">
              <a:defRPr sz="3225" b="1">
                <a:solidFill>
                  <a:srgbClr val="122C39"/>
                </a:solidFill>
                <a:latin typeface="Arial"/>
                <a:ea typeface="Arial"/>
                <a:cs typeface="Arial"/>
              </a:defRPr>
            </a:pPr>
            <a:r>
              <a:rPr sz="3225" b="1">
                <a:solidFill>
                  <a:srgbClr val="122C39"/>
                </a:solidFill>
                <a:latin typeface="Arial"/>
                <a:ea typeface="Arial"/>
                <a:cs typeface="Arial"/>
              </a:rPr>
              <a:t>Research question</a:t>
            </a:r>
          </a:p>
        </p:txBody>
      </p:sp>
      <p:sp>
        <p:nvSpPr>
          <p:cNvPr id="2" name="text">
            <a:extLst xmlns:a="http://schemas.openxmlformats.org/drawingml/2006/main">
              <a:ext uri="{FF2B5EF4-FFF2-40B4-BE49-F238E27FC236}">
                <a16:creationId xmlns:a16="http://schemas.microsoft.com/office/drawing/2014/main" id="{301A7B9A-58D9-4B0C-9FFE-48C7D1406DD7}"/>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36C"/>
                </a:solidFill>
                <a:latin typeface="Arial"/>
                <a:ea typeface="Arial"/>
                <a:cs typeface="Arial"/>
              </a:defRPr>
            </a:defPPr>
            <a:lvl1pPr algn="r">
              <a:defRPr sz="1200" b="0">
                <a:solidFill>
                  <a:srgbClr val="53636C"/>
                </a:solidFill>
                <a:latin typeface="Arial"/>
                <a:ea typeface="Arial"/>
                <a:cs typeface="Arial"/>
              </a:defRPr>
            </a:lvl1pPr>
            <a:lvl2pPr algn="r">
              <a:defRPr sz="1200" b="0">
                <a:solidFill>
                  <a:srgbClr val="53636C"/>
                </a:solidFill>
                <a:latin typeface="Arial"/>
                <a:ea typeface="Arial"/>
                <a:cs typeface="Arial"/>
              </a:defRPr>
            </a:lvl2pPr>
            <a:lvl3pPr algn="r">
              <a:defRPr sz="1200" b="0">
                <a:solidFill>
                  <a:srgbClr val="53636C"/>
                </a:solidFill>
                <a:latin typeface="Arial"/>
                <a:ea typeface="Arial"/>
                <a:cs typeface="Arial"/>
              </a:defRPr>
            </a:lvl3pPr>
            <a:lvl4pPr algn="r">
              <a:defRPr sz="1200" b="0">
                <a:solidFill>
                  <a:srgbClr val="53636C"/>
                </a:solidFill>
                <a:latin typeface="Arial"/>
                <a:ea typeface="Arial"/>
                <a:cs typeface="Arial"/>
              </a:defRPr>
            </a:lvl4pPr>
            <a:lvl5pPr algn="r">
              <a:defRPr sz="1200" b="0">
                <a:solidFill>
                  <a:srgbClr val="53636C"/>
                </a:solidFill>
                <a:latin typeface="Arial"/>
                <a:ea typeface="Arial"/>
                <a:cs typeface="Arial"/>
              </a:defRPr>
            </a:lvl5pPr>
            <a:lvl6pPr algn="r">
              <a:defRPr sz="1200" b="0">
                <a:solidFill>
                  <a:srgbClr val="53636C"/>
                </a:solidFill>
                <a:latin typeface="Arial"/>
                <a:ea typeface="Arial"/>
                <a:cs typeface="Arial"/>
              </a:defRPr>
            </a:lvl6pPr>
            <a:lvl7pPr algn="r">
              <a:defRPr sz="1200" b="0">
                <a:solidFill>
                  <a:srgbClr val="53636C"/>
                </a:solidFill>
                <a:latin typeface="Arial"/>
                <a:ea typeface="Arial"/>
                <a:cs typeface="Arial"/>
              </a:defRPr>
            </a:lvl7pPr>
            <a:lvl8pPr algn="r">
              <a:defRPr sz="1200" b="0">
                <a:solidFill>
                  <a:srgbClr val="53636C"/>
                </a:solidFill>
                <a:latin typeface="Arial"/>
                <a:ea typeface="Arial"/>
                <a:cs typeface="Arial"/>
              </a:defRPr>
            </a:lvl8pPr>
            <a:lvl9pPr algn="r">
              <a:defRPr sz="1200" b="0">
                <a:solidFill>
                  <a:srgbClr val="53636C"/>
                </a:solidFill>
                <a:latin typeface="Arial"/>
                <a:ea typeface="Arial"/>
                <a:cs typeface="Arial"/>
              </a:defRPr>
            </a:lvl9pPr>
          </a:lstStyle>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02</a:t>
            </a:r>
          </a:p>
        </p:txBody>
      </p:sp>
      <p:sp>
        <p:nvSpPr>
          <p:cNvPr id="3" name="text">
            <a:extLst xmlns:a="http://schemas.openxmlformats.org/drawingml/2006/main">
              <a:ext uri="{FF2B5EF4-FFF2-40B4-BE49-F238E27FC236}">
                <a16:creationId xmlns:a16="http://schemas.microsoft.com/office/drawing/2014/main" id="{21A891DE-D9CD-41C5-A4D5-8DEC6AACF382}"/>
              </a:ext>
            </a:extLst>
          </p:cNvPr>
          <p:cNvSpPr>
            <a:spLocks xmlns:a="http://schemas.openxmlformats.org/drawingml/2006/main" noGrp="1"/>
          </p:cNvSpPr>
          <p:nvPr/>
        </p:nvSpPr>
        <p:spPr>
          <a:xfrm xmlns:a="http://schemas.openxmlformats.org/drawingml/2006/main">
            <a:off x="609600" y="149542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C39"/>
                </a:solidFill>
                <a:latin typeface="Arial"/>
                <a:ea typeface="Arial"/>
                <a:cs typeface="Arial"/>
              </a:defRPr>
            </a:defPPr>
            <a:lvl1pPr algn="l">
              <a:defRPr sz="2475" b="1">
                <a:solidFill>
                  <a:srgbClr val="122C39"/>
                </a:solidFill>
                <a:latin typeface="Arial"/>
                <a:ea typeface="Arial"/>
                <a:cs typeface="Arial"/>
              </a:defRPr>
            </a:lvl1pPr>
            <a:lvl2pPr algn="l">
              <a:defRPr sz="2475" b="1">
                <a:solidFill>
                  <a:srgbClr val="122C39"/>
                </a:solidFill>
                <a:latin typeface="Arial"/>
                <a:ea typeface="Arial"/>
                <a:cs typeface="Arial"/>
              </a:defRPr>
            </a:lvl2pPr>
            <a:lvl3pPr algn="l">
              <a:defRPr sz="2475" b="1">
                <a:solidFill>
                  <a:srgbClr val="122C39"/>
                </a:solidFill>
                <a:latin typeface="Arial"/>
                <a:ea typeface="Arial"/>
                <a:cs typeface="Arial"/>
              </a:defRPr>
            </a:lvl3pPr>
            <a:lvl4pPr algn="l">
              <a:defRPr sz="2475" b="1">
                <a:solidFill>
                  <a:srgbClr val="122C39"/>
                </a:solidFill>
                <a:latin typeface="Arial"/>
                <a:ea typeface="Arial"/>
                <a:cs typeface="Arial"/>
              </a:defRPr>
            </a:lvl4pPr>
            <a:lvl5pPr algn="l">
              <a:defRPr sz="2475" b="1">
                <a:solidFill>
                  <a:srgbClr val="122C39"/>
                </a:solidFill>
                <a:latin typeface="Arial"/>
                <a:ea typeface="Arial"/>
                <a:cs typeface="Arial"/>
              </a:defRPr>
            </a:lvl5pPr>
            <a:lvl6pPr algn="l">
              <a:defRPr sz="2475" b="1">
                <a:solidFill>
                  <a:srgbClr val="122C39"/>
                </a:solidFill>
                <a:latin typeface="Arial"/>
                <a:ea typeface="Arial"/>
                <a:cs typeface="Arial"/>
              </a:defRPr>
            </a:lvl6pPr>
            <a:lvl7pPr algn="l">
              <a:defRPr sz="2475" b="1">
                <a:solidFill>
                  <a:srgbClr val="122C39"/>
                </a:solidFill>
                <a:latin typeface="Arial"/>
                <a:ea typeface="Arial"/>
                <a:cs typeface="Arial"/>
              </a:defRPr>
            </a:lvl7pPr>
            <a:lvl8pPr algn="l">
              <a:defRPr sz="2475" b="1">
                <a:solidFill>
                  <a:srgbClr val="122C39"/>
                </a:solidFill>
                <a:latin typeface="Arial"/>
                <a:ea typeface="Arial"/>
                <a:cs typeface="Arial"/>
              </a:defRPr>
            </a:lvl8pPr>
            <a:lvl9pPr algn="l">
              <a:defRPr sz="2475" b="1">
                <a:solidFill>
                  <a:srgbClr val="122C39"/>
                </a:solidFill>
                <a:latin typeface="Arial"/>
                <a:ea typeface="Arial"/>
                <a:cs typeface="Arial"/>
              </a:defRPr>
            </a:lvl9pPr>
          </a:lstStyle>
          <a:p xmlns:a="http://schemas.openxmlformats.org/drawingml/2006/main">
            <a:pPr algn="l">
              <a:defRPr sz="2475" b="1">
                <a:solidFill>
                  <a:srgbClr val="122C39"/>
                </a:solidFill>
                <a:latin typeface="Arial"/>
                <a:ea typeface="Arial"/>
                <a:cs typeface="Arial"/>
              </a:defRPr>
            </a:pPr>
            <a:r>
              <a:rPr sz="2475" b="1">
                <a:solidFill>
                  <a:srgbClr val="122C39"/>
                </a:solidFill>
                <a:latin typeface="Arial"/>
                <a:ea typeface="Arial"/>
                <a:cs typeface="Arial"/>
              </a:rPr>
              <a:t>Can color correction improve depth accuracy</a:t>
            </a:r>
          </a:p>
          <a:p xmlns:a="http://schemas.openxmlformats.org/drawingml/2006/main">
            <a:pPr algn="l">
              <a:defRPr sz="2475" b="1">
                <a:solidFill>
                  <a:srgbClr val="122C39"/>
                </a:solidFill>
                <a:latin typeface="Arial"/>
                <a:ea typeface="Arial"/>
                <a:cs typeface="Arial"/>
              </a:defRPr>
            </a:pPr>
            <a:r>
              <a:rPr sz="2475" b="1">
                <a:solidFill>
                  <a:srgbClr val="122C39"/>
                </a:solidFill>
                <a:latin typeface="Arial"/>
                <a:ea typeface="Arial"/>
                <a:cs typeface="Arial"/>
              </a:rPr>
              <a:t>when illumination color changes?</a:t>
            </a:r>
          </a:p>
        </p:txBody>
      </p:sp>
      <p:pic>
        <p:nvPicPr>
          <p:cNvPr id="4" name="">
            <a:extLst xmlns:a="http://schemas.openxmlformats.org/drawingml/2006/main">
              <a:ext uri="{FF2B5EF4-FFF2-40B4-BE49-F238E27FC236}">
                <a16:creationId xmlns:a16="http://schemas.microsoft.com/office/drawing/2014/main" id="{74D5C84E-528A-4407-94CD-93465EE5DAF5}"/>
              </a:ext>
            </a:extLst>
          </p:cNvPr>
          <p:cNvPicPr>
            <a:picLocks xmlns:a="http://schemas.openxmlformats.org/drawingml/2006/main" noChangeAspect="1"/>
          </p:cNvPicPr>
          <p:nvPr/>
        </p:nvPicPr>
        <p:blipFill>
          <a:blip xmlns:r="http://schemas.openxmlformats.org/officeDocument/2006/relationships" xmlns:a="http://schemas.openxmlformats.org/drawingml/2006/main" r:embed="Reec3ec0b4a5e4666"/>
          <a:stretch xmlns:a="http://schemas.openxmlformats.org/drawingml/2006/main"/>
        </p:blipFill>
        <p:spPr>
          <a:xfrm xmlns:a="http://schemas.openxmlformats.org/drawingml/2006/main">
            <a:off x="609600" y="2915672"/>
            <a:ext cx="10972800" cy="2369680"/>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D35F75DE-BC36-40A4-B12C-EC77EB125697}"/>
              </a:ext>
            </a:extLst>
          </p:cNvPr>
          <p:cNvSpPr>
            <a:spLocks xmlns:a="http://schemas.openxmlformats.org/drawingml/2006/main" noGrp="1"/>
          </p:cNvSpPr>
          <p:nvPr/>
        </p:nvSpPr>
        <p:spPr>
          <a:xfrm xmlns:a="http://schemas.openxmlformats.org/drawingml/2006/main">
            <a:off x="609600" y="5762625"/>
            <a:ext cx="10934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C"/>
                </a:solidFill>
                <a:latin typeface="Arial"/>
                <a:ea typeface="Arial"/>
                <a:cs typeface="Arial"/>
              </a:defRPr>
            </a:defPPr>
            <a:lvl1pPr algn="l">
              <a:defRPr sz="1800" b="0">
                <a:solidFill>
                  <a:srgbClr val="53636C"/>
                </a:solidFill>
                <a:latin typeface="Arial"/>
                <a:ea typeface="Arial"/>
                <a:cs typeface="Arial"/>
              </a:defRPr>
            </a:lvl1pPr>
            <a:lvl2pPr algn="l">
              <a:defRPr sz="1800" b="0">
                <a:solidFill>
                  <a:srgbClr val="53636C"/>
                </a:solidFill>
                <a:latin typeface="Arial"/>
                <a:ea typeface="Arial"/>
                <a:cs typeface="Arial"/>
              </a:defRPr>
            </a:lvl2pPr>
            <a:lvl3pPr algn="l">
              <a:defRPr sz="1800" b="0">
                <a:solidFill>
                  <a:srgbClr val="53636C"/>
                </a:solidFill>
                <a:latin typeface="Arial"/>
                <a:ea typeface="Arial"/>
                <a:cs typeface="Arial"/>
              </a:defRPr>
            </a:lvl3pPr>
            <a:lvl4pPr algn="l">
              <a:defRPr sz="1800" b="0">
                <a:solidFill>
                  <a:srgbClr val="53636C"/>
                </a:solidFill>
                <a:latin typeface="Arial"/>
                <a:ea typeface="Arial"/>
                <a:cs typeface="Arial"/>
              </a:defRPr>
            </a:lvl4pPr>
            <a:lvl5pPr algn="l">
              <a:defRPr sz="1800" b="0">
                <a:solidFill>
                  <a:srgbClr val="53636C"/>
                </a:solidFill>
                <a:latin typeface="Arial"/>
                <a:ea typeface="Arial"/>
                <a:cs typeface="Arial"/>
              </a:defRPr>
            </a:lvl5pPr>
            <a:lvl6pPr algn="l">
              <a:defRPr sz="1800" b="0">
                <a:solidFill>
                  <a:srgbClr val="53636C"/>
                </a:solidFill>
                <a:latin typeface="Arial"/>
                <a:ea typeface="Arial"/>
                <a:cs typeface="Arial"/>
              </a:defRPr>
            </a:lvl6pPr>
            <a:lvl7pPr algn="l">
              <a:defRPr sz="1800" b="0">
                <a:solidFill>
                  <a:srgbClr val="53636C"/>
                </a:solidFill>
                <a:latin typeface="Arial"/>
                <a:ea typeface="Arial"/>
                <a:cs typeface="Arial"/>
              </a:defRPr>
            </a:lvl7pPr>
            <a:lvl8pPr algn="l">
              <a:defRPr sz="1800" b="0">
                <a:solidFill>
                  <a:srgbClr val="53636C"/>
                </a:solidFill>
                <a:latin typeface="Arial"/>
                <a:ea typeface="Arial"/>
                <a:cs typeface="Arial"/>
              </a:defRPr>
            </a:lvl8pPr>
            <a:lvl9pPr algn="l">
              <a:defRPr sz="1800" b="0">
                <a:solidFill>
                  <a:srgbClr val="53636C"/>
                </a:solidFill>
                <a:latin typeface="Arial"/>
                <a:ea typeface="Arial"/>
                <a:cs typeface="Arial"/>
              </a:defRPr>
            </a:lvl9pPr>
          </a:lstStyle>
          <a:p xmlns:a="http://schemas.openxmlformats.org/drawingml/2006/main">
            <a:pPr algn="l">
              <a:defRPr sz="1800" b="0">
                <a:solidFill>
                  <a:srgbClr val="53636C"/>
                </a:solidFill>
                <a:latin typeface="Arial"/>
                <a:ea typeface="Arial"/>
                <a:cs typeface="Arial"/>
              </a:defRPr>
            </a:pPr>
            <a:r>
              <a:rPr sz="1800" b="0">
                <a:solidFill>
                  <a:srgbClr val="53636C"/>
                </a:solidFill>
                <a:latin typeface="Arial"/>
                <a:ea typeface="Arial"/>
                <a:cs typeface="Arial"/>
              </a:rPr>
              <a:t>The scene and reference depth stay fixed. Only the input color changes.</a:t>
            </a:r>
          </a:p>
        </p:txBody>
      </p:sp>
    </p:spTree>
    <p:extLst>
      <p:ext uri="{BB962C8B-B14F-4D97-AF65-F5344CB8AC3E}">
        <p14:creationId xmlns:p14="http://schemas.microsoft.com/office/powerpoint/2010/main" val="1217831088"/>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4AF52CAE-D9D2-44F2-AD7B-960E1A68A017}"/>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22C39"/>
                </a:solidFill>
                <a:latin typeface="Arial"/>
                <a:ea typeface="Arial"/>
                <a:cs typeface="Arial"/>
              </a:defRPr>
            </a:defPPr>
            <a:lvl1pPr algn="l">
              <a:defRPr sz="3225" b="1">
                <a:solidFill>
                  <a:srgbClr val="122C39"/>
                </a:solidFill>
                <a:latin typeface="Arial"/>
                <a:ea typeface="Arial"/>
                <a:cs typeface="Arial"/>
              </a:defRPr>
            </a:lvl1pPr>
            <a:lvl2pPr algn="l">
              <a:defRPr sz="3225" b="1">
                <a:solidFill>
                  <a:srgbClr val="122C39"/>
                </a:solidFill>
                <a:latin typeface="Arial"/>
                <a:ea typeface="Arial"/>
                <a:cs typeface="Arial"/>
              </a:defRPr>
            </a:lvl2pPr>
            <a:lvl3pPr algn="l">
              <a:defRPr sz="3225" b="1">
                <a:solidFill>
                  <a:srgbClr val="122C39"/>
                </a:solidFill>
                <a:latin typeface="Arial"/>
                <a:ea typeface="Arial"/>
                <a:cs typeface="Arial"/>
              </a:defRPr>
            </a:lvl3pPr>
            <a:lvl4pPr algn="l">
              <a:defRPr sz="3225" b="1">
                <a:solidFill>
                  <a:srgbClr val="122C39"/>
                </a:solidFill>
                <a:latin typeface="Arial"/>
                <a:ea typeface="Arial"/>
                <a:cs typeface="Arial"/>
              </a:defRPr>
            </a:lvl4pPr>
            <a:lvl5pPr algn="l">
              <a:defRPr sz="3225" b="1">
                <a:solidFill>
                  <a:srgbClr val="122C39"/>
                </a:solidFill>
                <a:latin typeface="Arial"/>
                <a:ea typeface="Arial"/>
                <a:cs typeface="Arial"/>
              </a:defRPr>
            </a:lvl5pPr>
            <a:lvl6pPr algn="l">
              <a:defRPr sz="3225" b="1">
                <a:solidFill>
                  <a:srgbClr val="122C39"/>
                </a:solidFill>
                <a:latin typeface="Arial"/>
                <a:ea typeface="Arial"/>
                <a:cs typeface="Arial"/>
              </a:defRPr>
            </a:lvl6pPr>
            <a:lvl7pPr algn="l">
              <a:defRPr sz="3225" b="1">
                <a:solidFill>
                  <a:srgbClr val="122C39"/>
                </a:solidFill>
                <a:latin typeface="Arial"/>
                <a:ea typeface="Arial"/>
                <a:cs typeface="Arial"/>
              </a:defRPr>
            </a:lvl7pPr>
            <a:lvl8pPr algn="l">
              <a:defRPr sz="3225" b="1">
                <a:solidFill>
                  <a:srgbClr val="122C39"/>
                </a:solidFill>
                <a:latin typeface="Arial"/>
                <a:ea typeface="Arial"/>
                <a:cs typeface="Arial"/>
              </a:defRPr>
            </a:lvl8pPr>
            <a:lvl9pPr algn="l">
              <a:defRPr sz="3225" b="1">
                <a:solidFill>
                  <a:srgbClr val="122C39"/>
                </a:solidFill>
                <a:latin typeface="Arial"/>
                <a:ea typeface="Arial"/>
                <a:cs typeface="Arial"/>
              </a:defRPr>
            </a:lvl9pPr>
          </a:lstStyle>
          <a:p xmlns:a="http://schemas.openxmlformats.org/drawingml/2006/main">
            <a:pPr algn="l">
              <a:defRPr sz="3225" b="1">
                <a:solidFill>
                  <a:srgbClr val="122C39"/>
                </a:solidFill>
                <a:latin typeface="Arial"/>
                <a:ea typeface="Arial"/>
                <a:cs typeface="Arial"/>
              </a:defRPr>
            </a:pPr>
            <a:r>
              <a:rPr sz="3225" b="1">
                <a:solidFill>
                  <a:srgbClr val="122C39"/>
                </a:solidFill>
                <a:latin typeface="Arial"/>
                <a:ea typeface="Arial"/>
                <a:cs typeface="Arial"/>
              </a:rPr>
              <a:t>Implemented experiment</a:t>
            </a:r>
          </a:p>
        </p:txBody>
      </p:sp>
      <p:sp>
        <p:nvSpPr>
          <p:cNvPr id="2" name="text">
            <a:extLst xmlns:a="http://schemas.openxmlformats.org/drawingml/2006/main">
              <a:ext uri="{FF2B5EF4-FFF2-40B4-BE49-F238E27FC236}">
                <a16:creationId xmlns:a16="http://schemas.microsoft.com/office/drawing/2014/main" id="{EB941235-66A3-4FA9-BC6B-509B59D381D1}"/>
              </a:ext>
            </a:extLst>
          </p:cNvPr>
          <p:cNvSpPr>
            <a:spLocks xmlns:a="http://schemas.openxmlformats.org/drawingml/2006/main" noGrp="1"/>
          </p:cNvSpPr>
          <p:nvPr/>
        </p:nvSpPr>
        <p:spPr>
          <a:xfrm xmlns:a="http://schemas.openxmlformats.org/drawingml/2006/main">
            <a:off x="609600" y="14573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36C"/>
                </a:solidFill>
                <a:latin typeface="Arial"/>
                <a:ea typeface="Arial"/>
                <a:cs typeface="Arial"/>
              </a:defRPr>
            </a:defPPr>
            <a:lvl1pPr algn="l">
              <a:defRPr sz="1650" b="0">
                <a:solidFill>
                  <a:srgbClr val="53636C"/>
                </a:solidFill>
                <a:latin typeface="Arial"/>
                <a:ea typeface="Arial"/>
                <a:cs typeface="Arial"/>
              </a:defRPr>
            </a:lvl1pPr>
            <a:lvl2pPr algn="l">
              <a:defRPr sz="1650" b="0">
                <a:solidFill>
                  <a:srgbClr val="53636C"/>
                </a:solidFill>
                <a:latin typeface="Arial"/>
                <a:ea typeface="Arial"/>
                <a:cs typeface="Arial"/>
              </a:defRPr>
            </a:lvl2pPr>
            <a:lvl3pPr algn="l">
              <a:defRPr sz="1650" b="0">
                <a:solidFill>
                  <a:srgbClr val="53636C"/>
                </a:solidFill>
                <a:latin typeface="Arial"/>
                <a:ea typeface="Arial"/>
                <a:cs typeface="Arial"/>
              </a:defRPr>
            </a:lvl3pPr>
            <a:lvl4pPr algn="l">
              <a:defRPr sz="1650" b="0">
                <a:solidFill>
                  <a:srgbClr val="53636C"/>
                </a:solidFill>
                <a:latin typeface="Arial"/>
                <a:ea typeface="Arial"/>
                <a:cs typeface="Arial"/>
              </a:defRPr>
            </a:lvl4pPr>
            <a:lvl5pPr algn="l">
              <a:defRPr sz="1650" b="0">
                <a:solidFill>
                  <a:srgbClr val="53636C"/>
                </a:solidFill>
                <a:latin typeface="Arial"/>
                <a:ea typeface="Arial"/>
                <a:cs typeface="Arial"/>
              </a:defRPr>
            </a:lvl5pPr>
            <a:lvl6pPr algn="l">
              <a:defRPr sz="1650" b="0">
                <a:solidFill>
                  <a:srgbClr val="53636C"/>
                </a:solidFill>
                <a:latin typeface="Arial"/>
                <a:ea typeface="Arial"/>
                <a:cs typeface="Arial"/>
              </a:defRPr>
            </a:lvl6pPr>
            <a:lvl7pPr algn="l">
              <a:defRPr sz="1650" b="0">
                <a:solidFill>
                  <a:srgbClr val="53636C"/>
                </a:solidFill>
                <a:latin typeface="Arial"/>
                <a:ea typeface="Arial"/>
                <a:cs typeface="Arial"/>
              </a:defRPr>
            </a:lvl7pPr>
            <a:lvl8pPr algn="l">
              <a:defRPr sz="1650" b="0">
                <a:solidFill>
                  <a:srgbClr val="53636C"/>
                </a:solidFill>
                <a:latin typeface="Arial"/>
                <a:ea typeface="Arial"/>
                <a:cs typeface="Arial"/>
              </a:defRPr>
            </a:lvl8pPr>
            <a:lvl9pPr algn="l">
              <a:defRPr sz="1650" b="0">
                <a:solidFill>
                  <a:srgbClr val="53636C"/>
                </a:solidFill>
                <a:latin typeface="Arial"/>
                <a:ea typeface="Arial"/>
                <a:cs typeface="Arial"/>
              </a:defRPr>
            </a:lvl9pPr>
          </a:lstStyle>
          <a:p xmlns:a="http://schemas.openxmlformats.org/drawingml/2006/main">
            <a:pPr algn="l">
              <a:defRPr sz="1650" b="0">
                <a:solidFill>
                  <a:srgbClr val="53636C"/>
                </a:solidFill>
                <a:latin typeface="Arial"/>
                <a:ea typeface="Arial"/>
                <a:cs typeface="Arial"/>
              </a:defRPr>
            </a:pPr>
            <a:r>
              <a:rPr sz="1650" b="0">
                <a:solidFill>
                  <a:srgbClr val="53636C"/>
                </a:solidFill>
                <a:latin typeface="Arial"/>
                <a:ea typeface="Arial"/>
                <a:cs typeface="Arial"/>
              </a:rPr>
              <a:t>One frozen depth model, paired image comparisons</a:t>
            </a:r>
          </a:p>
        </p:txBody>
      </p:sp>
      <p:sp>
        <p:nvSpPr>
          <p:cNvPr id="3" name="text">
            <a:extLst xmlns:a="http://schemas.openxmlformats.org/drawingml/2006/main">
              <a:ext uri="{FF2B5EF4-FFF2-40B4-BE49-F238E27FC236}">
                <a16:creationId xmlns:a16="http://schemas.microsoft.com/office/drawing/2014/main" id="{B82A641C-1D0E-4E7A-9BF7-CC66F466ACA8}"/>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36C"/>
                </a:solidFill>
                <a:latin typeface="Arial"/>
                <a:ea typeface="Arial"/>
                <a:cs typeface="Arial"/>
              </a:defRPr>
            </a:defPPr>
            <a:lvl1pPr algn="r">
              <a:defRPr sz="1200" b="0">
                <a:solidFill>
                  <a:srgbClr val="53636C"/>
                </a:solidFill>
                <a:latin typeface="Arial"/>
                <a:ea typeface="Arial"/>
                <a:cs typeface="Arial"/>
              </a:defRPr>
            </a:lvl1pPr>
            <a:lvl2pPr algn="r">
              <a:defRPr sz="1200" b="0">
                <a:solidFill>
                  <a:srgbClr val="53636C"/>
                </a:solidFill>
                <a:latin typeface="Arial"/>
                <a:ea typeface="Arial"/>
                <a:cs typeface="Arial"/>
              </a:defRPr>
            </a:lvl2pPr>
            <a:lvl3pPr algn="r">
              <a:defRPr sz="1200" b="0">
                <a:solidFill>
                  <a:srgbClr val="53636C"/>
                </a:solidFill>
                <a:latin typeface="Arial"/>
                <a:ea typeface="Arial"/>
                <a:cs typeface="Arial"/>
              </a:defRPr>
            </a:lvl3pPr>
            <a:lvl4pPr algn="r">
              <a:defRPr sz="1200" b="0">
                <a:solidFill>
                  <a:srgbClr val="53636C"/>
                </a:solidFill>
                <a:latin typeface="Arial"/>
                <a:ea typeface="Arial"/>
                <a:cs typeface="Arial"/>
              </a:defRPr>
            </a:lvl4pPr>
            <a:lvl5pPr algn="r">
              <a:defRPr sz="1200" b="0">
                <a:solidFill>
                  <a:srgbClr val="53636C"/>
                </a:solidFill>
                <a:latin typeface="Arial"/>
                <a:ea typeface="Arial"/>
                <a:cs typeface="Arial"/>
              </a:defRPr>
            </a:lvl5pPr>
            <a:lvl6pPr algn="r">
              <a:defRPr sz="1200" b="0">
                <a:solidFill>
                  <a:srgbClr val="53636C"/>
                </a:solidFill>
                <a:latin typeface="Arial"/>
                <a:ea typeface="Arial"/>
                <a:cs typeface="Arial"/>
              </a:defRPr>
            </a:lvl6pPr>
            <a:lvl7pPr algn="r">
              <a:defRPr sz="1200" b="0">
                <a:solidFill>
                  <a:srgbClr val="53636C"/>
                </a:solidFill>
                <a:latin typeface="Arial"/>
                <a:ea typeface="Arial"/>
                <a:cs typeface="Arial"/>
              </a:defRPr>
            </a:lvl7pPr>
            <a:lvl8pPr algn="r">
              <a:defRPr sz="1200" b="0">
                <a:solidFill>
                  <a:srgbClr val="53636C"/>
                </a:solidFill>
                <a:latin typeface="Arial"/>
                <a:ea typeface="Arial"/>
                <a:cs typeface="Arial"/>
              </a:defRPr>
            </a:lvl8pPr>
            <a:lvl9pPr algn="r">
              <a:defRPr sz="1200" b="0">
                <a:solidFill>
                  <a:srgbClr val="53636C"/>
                </a:solidFill>
                <a:latin typeface="Arial"/>
                <a:ea typeface="Arial"/>
                <a:cs typeface="Arial"/>
              </a:defRPr>
            </a:lvl9pPr>
          </a:lstStyle>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03</a:t>
            </a:r>
          </a:p>
        </p:txBody>
      </p:sp>
      <p:sp>
        <p:nvSpPr>
          <p:cNvPr id="4" name="text">
            <a:extLst xmlns:a="http://schemas.openxmlformats.org/drawingml/2006/main">
              <a:ext uri="{FF2B5EF4-FFF2-40B4-BE49-F238E27FC236}">
                <a16:creationId xmlns:a16="http://schemas.microsoft.com/office/drawing/2014/main" id="{DB735F26-E490-44B8-B4D0-2F2711844E72}"/>
              </a:ext>
            </a:extLst>
          </p:cNvPr>
          <p:cNvSpPr>
            <a:spLocks xmlns:a="http://schemas.openxmlformats.org/drawingml/2006/main" noGrp="1"/>
          </p:cNvSpPr>
          <p:nvPr/>
        </p:nvSpPr>
        <p:spPr>
          <a:xfrm xmlns:a="http://schemas.openxmlformats.org/drawingml/2006/main">
            <a:off x="609600" y="2381250"/>
            <a:ext cx="257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07F7B"/>
                </a:solidFill>
                <a:latin typeface="Arial"/>
                <a:ea typeface="Arial"/>
                <a:cs typeface="Arial"/>
              </a:defRPr>
            </a:defPPr>
            <a:lvl1pPr algn="l">
              <a:defRPr sz="2625" b="1">
                <a:solidFill>
                  <a:srgbClr val="007F7B"/>
                </a:solidFill>
                <a:latin typeface="Arial"/>
                <a:ea typeface="Arial"/>
                <a:cs typeface="Arial"/>
              </a:defRPr>
            </a:lvl1pPr>
            <a:lvl2pPr algn="l">
              <a:defRPr sz="2625" b="1">
                <a:solidFill>
                  <a:srgbClr val="007F7B"/>
                </a:solidFill>
                <a:latin typeface="Arial"/>
                <a:ea typeface="Arial"/>
                <a:cs typeface="Arial"/>
              </a:defRPr>
            </a:lvl2pPr>
            <a:lvl3pPr algn="l">
              <a:defRPr sz="2625" b="1">
                <a:solidFill>
                  <a:srgbClr val="007F7B"/>
                </a:solidFill>
                <a:latin typeface="Arial"/>
                <a:ea typeface="Arial"/>
                <a:cs typeface="Arial"/>
              </a:defRPr>
            </a:lvl3pPr>
            <a:lvl4pPr algn="l">
              <a:defRPr sz="2625" b="1">
                <a:solidFill>
                  <a:srgbClr val="007F7B"/>
                </a:solidFill>
                <a:latin typeface="Arial"/>
                <a:ea typeface="Arial"/>
                <a:cs typeface="Arial"/>
              </a:defRPr>
            </a:lvl4pPr>
            <a:lvl5pPr algn="l">
              <a:defRPr sz="2625" b="1">
                <a:solidFill>
                  <a:srgbClr val="007F7B"/>
                </a:solidFill>
                <a:latin typeface="Arial"/>
                <a:ea typeface="Arial"/>
                <a:cs typeface="Arial"/>
              </a:defRPr>
            </a:lvl5pPr>
            <a:lvl6pPr algn="l">
              <a:defRPr sz="2625" b="1">
                <a:solidFill>
                  <a:srgbClr val="007F7B"/>
                </a:solidFill>
                <a:latin typeface="Arial"/>
                <a:ea typeface="Arial"/>
                <a:cs typeface="Arial"/>
              </a:defRPr>
            </a:lvl6pPr>
            <a:lvl7pPr algn="l">
              <a:defRPr sz="2625" b="1">
                <a:solidFill>
                  <a:srgbClr val="007F7B"/>
                </a:solidFill>
                <a:latin typeface="Arial"/>
                <a:ea typeface="Arial"/>
                <a:cs typeface="Arial"/>
              </a:defRPr>
            </a:lvl7pPr>
            <a:lvl8pPr algn="l">
              <a:defRPr sz="2625" b="1">
                <a:solidFill>
                  <a:srgbClr val="007F7B"/>
                </a:solidFill>
                <a:latin typeface="Arial"/>
                <a:ea typeface="Arial"/>
                <a:cs typeface="Arial"/>
              </a:defRPr>
            </a:lvl8pPr>
            <a:lvl9pPr algn="l">
              <a:defRPr sz="2625" b="1">
                <a:solidFill>
                  <a:srgbClr val="007F7B"/>
                </a:solidFill>
                <a:latin typeface="Arial"/>
                <a:ea typeface="Arial"/>
                <a:cs typeface="Arial"/>
              </a:defRPr>
            </a:lvl9pPr>
          </a:lstStyle>
          <a:p xmlns:a="http://schemas.openxmlformats.org/drawingml/2006/main">
            <a:pPr algn="l">
              <a:defRPr sz="2625" b="1">
                <a:solidFill>
                  <a:srgbClr val="007F7B"/>
                </a:solidFill>
                <a:latin typeface="Arial"/>
                <a:ea typeface="Arial"/>
                <a:cs typeface="Arial"/>
              </a:defRPr>
            </a:pPr>
            <a:r>
              <a:rPr sz="2625" b="1">
                <a:solidFill>
                  <a:srgbClr val="007F7B"/>
                </a:solidFill>
                <a:latin typeface="Arial"/>
                <a:ea typeface="Arial"/>
                <a:cs typeface="Arial"/>
              </a:rPr>
              <a:t>01</a:t>
            </a:r>
          </a:p>
        </p:txBody>
      </p:sp>
      <p:sp>
        <p:nvSpPr>
          <p:cNvPr id="5" name="text">
            <a:extLst xmlns:a="http://schemas.openxmlformats.org/drawingml/2006/main">
              <a:ext uri="{FF2B5EF4-FFF2-40B4-BE49-F238E27FC236}">
                <a16:creationId xmlns:a16="http://schemas.microsoft.com/office/drawing/2014/main" id="{1F347E05-BD50-417E-BD56-BADF39289A46}"/>
              </a:ext>
            </a:extLst>
          </p:cNvPr>
          <p:cNvSpPr>
            <a:spLocks xmlns:a="http://schemas.openxmlformats.org/drawingml/2006/main" noGrp="1"/>
          </p:cNvSpPr>
          <p:nvPr/>
        </p:nvSpPr>
        <p:spPr>
          <a:xfrm xmlns:a="http://schemas.openxmlformats.org/drawingml/2006/main">
            <a:off x="609600" y="3028950"/>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22C39"/>
                </a:solidFill>
                <a:latin typeface="Arial"/>
                <a:ea typeface="Arial"/>
                <a:cs typeface="Arial"/>
              </a:defRPr>
            </a:defPPr>
            <a:lvl1pPr algn="l">
              <a:defRPr sz="2100" b="1">
                <a:solidFill>
                  <a:srgbClr val="122C39"/>
                </a:solidFill>
                <a:latin typeface="Arial"/>
                <a:ea typeface="Arial"/>
                <a:cs typeface="Arial"/>
              </a:defRPr>
            </a:lvl1pPr>
            <a:lvl2pPr algn="l">
              <a:defRPr sz="2100" b="1">
                <a:solidFill>
                  <a:srgbClr val="122C39"/>
                </a:solidFill>
                <a:latin typeface="Arial"/>
                <a:ea typeface="Arial"/>
                <a:cs typeface="Arial"/>
              </a:defRPr>
            </a:lvl2pPr>
            <a:lvl3pPr algn="l">
              <a:defRPr sz="2100" b="1">
                <a:solidFill>
                  <a:srgbClr val="122C39"/>
                </a:solidFill>
                <a:latin typeface="Arial"/>
                <a:ea typeface="Arial"/>
                <a:cs typeface="Arial"/>
              </a:defRPr>
            </a:lvl3pPr>
            <a:lvl4pPr algn="l">
              <a:defRPr sz="2100" b="1">
                <a:solidFill>
                  <a:srgbClr val="122C39"/>
                </a:solidFill>
                <a:latin typeface="Arial"/>
                <a:ea typeface="Arial"/>
                <a:cs typeface="Arial"/>
              </a:defRPr>
            </a:lvl4pPr>
            <a:lvl5pPr algn="l">
              <a:defRPr sz="2100" b="1">
                <a:solidFill>
                  <a:srgbClr val="122C39"/>
                </a:solidFill>
                <a:latin typeface="Arial"/>
                <a:ea typeface="Arial"/>
                <a:cs typeface="Arial"/>
              </a:defRPr>
            </a:lvl5pPr>
            <a:lvl6pPr algn="l">
              <a:defRPr sz="2100" b="1">
                <a:solidFill>
                  <a:srgbClr val="122C39"/>
                </a:solidFill>
                <a:latin typeface="Arial"/>
                <a:ea typeface="Arial"/>
                <a:cs typeface="Arial"/>
              </a:defRPr>
            </a:lvl6pPr>
            <a:lvl7pPr algn="l">
              <a:defRPr sz="2100" b="1">
                <a:solidFill>
                  <a:srgbClr val="122C39"/>
                </a:solidFill>
                <a:latin typeface="Arial"/>
                <a:ea typeface="Arial"/>
                <a:cs typeface="Arial"/>
              </a:defRPr>
            </a:lvl7pPr>
            <a:lvl8pPr algn="l">
              <a:defRPr sz="2100" b="1">
                <a:solidFill>
                  <a:srgbClr val="122C39"/>
                </a:solidFill>
                <a:latin typeface="Arial"/>
                <a:ea typeface="Arial"/>
                <a:cs typeface="Arial"/>
              </a:defRPr>
            </a:lvl8pPr>
            <a:lvl9pPr algn="l">
              <a:defRPr sz="2100" b="1">
                <a:solidFill>
                  <a:srgbClr val="122C39"/>
                </a:solidFill>
                <a:latin typeface="Arial"/>
                <a:ea typeface="Arial"/>
                <a:cs typeface="Arial"/>
              </a:defRPr>
            </a:lvl9pPr>
          </a:lstStyle>
          <a:p xmlns:a="http://schemas.openxmlformats.org/drawingml/2006/main">
            <a:pPr algn="l">
              <a:defRPr sz="2100" b="1">
                <a:solidFill>
                  <a:srgbClr val="122C39"/>
                </a:solidFill>
                <a:latin typeface="Arial"/>
                <a:ea typeface="Arial"/>
                <a:cs typeface="Arial"/>
              </a:defRPr>
            </a:pPr>
            <a:r>
              <a:rPr sz="2100" b="1">
                <a:solidFill>
                  <a:srgbClr val="122C39"/>
                </a:solidFill>
                <a:latin typeface="Arial"/>
                <a:ea typeface="Arial"/>
                <a:cs typeface="Arial"/>
              </a:rPr>
              <a:t>Real RGB image</a:t>
            </a:r>
          </a:p>
        </p:txBody>
      </p:sp>
      <p:sp>
        <p:nvSpPr>
          <p:cNvPr id="6" name="text">
            <a:extLst xmlns:a="http://schemas.openxmlformats.org/drawingml/2006/main">
              <a:ext uri="{FF2B5EF4-FFF2-40B4-BE49-F238E27FC236}">
                <a16:creationId xmlns:a16="http://schemas.microsoft.com/office/drawing/2014/main" id="{FE829109-C448-4DF8-84B4-1CB6994EE928}"/>
              </a:ext>
            </a:extLst>
          </p:cNvPr>
          <p:cNvSpPr>
            <a:spLocks xmlns:a="http://schemas.openxmlformats.org/drawingml/2006/main" noGrp="1"/>
          </p:cNvSpPr>
          <p:nvPr/>
        </p:nvSpPr>
        <p:spPr>
          <a:xfrm xmlns:a="http://schemas.openxmlformats.org/drawingml/2006/main">
            <a:off x="609600" y="39433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C"/>
                </a:solidFill>
                <a:latin typeface="Arial"/>
                <a:ea typeface="Arial"/>
                <a:cs typeface="Arial"/>
              </a:defRPr>
            </a:defPPr>
            <a:lvl1pPr algn="l">
              <a:defRPr sz="1800" b="0">
                <a:solidFill>
                  <a:srgbClr val="53636C"/>
                </a:solidFill>
                <a:latin typeface="Arial"/>
                <a:ea typeface="Arial"/>
                <a:cs typeface="Arial"/>
              </a:defRPr>
            </a:lvl1pPr>
            <a:lvl2pPr algn="l">
              <a:defRPr sz="1800" b="0">
                <a:solidFill>
                  <a:srgbClr val="53636C"/>
                </a:solidFill>
                <a:latin typeface="Arial"/>
                <a:ea typeface="Arial"/>
                <a:cs typeface="Arial"/>
              </a:defRPr>
            </a:lvl2pPr>
            <a:lvl3pPr algn="l">
              <a:defRPr sz="1800" b="0">
                <a:solidFill>
                  <a:srgbClr val="53636C"/>
                </a:solidFill>
                <a:latin typeface="Arial"/>
                <a:ea typeface="Arial"/>
                <a:cs typeface="Arial"/>
              </a:defRPr>
            </a:lvl3pPr>
            <a:lvl4pPr algn="l">
              <a:defRPr sz="1800" b="0">
                <a:solidFill>
                  <a:srgbClr val="53636C"/>
                </a:solidFill>
                <a:latin typeface="Arial"/>
                <a:ea typeface="Arial"/>
                <a:cs typeface="Arial"/>
              </a:defRPr>
            </a:lvl4pPr>
            <a:lvl5pPr algn="l">
              <a:defRPr sz="1800" b="0">
                <a:solidFill>
                  <a:srgbClr val="53636C"/>
                </a:solidFill>
                <a:latin typeface="Arial"/>
                <a:ea typeface="Arial"/>
                <a:cs typeface="Arial"/>
              </a:defRPr>
            </a:lvl5pPr>
            <a:lvl6pPr algn="l">
              <a:defRPr sz="1800" b="0">
                <a:solidFill>
                  <a:srgbClr val="53636C"/>
                </a:solidFill>
                <a:latin typeface="Arial"/>
                <a:ea typeface="Arial"/>
                <a:cs typeface="Arial"/>
              </a:defRPr>
            </a:lvl6pPr>
            <a:lvl7pPr algn="l">
              <a:defRPr sz="1800" b="0">
                <a:solidFill>
                  <a:srgbClr val="53636C"/>
                </a:solidFill>
                <a:latin typeface="Arial"/>
                <a:ea typeface="Arial"/>
                <a:cs typeface="Arial"/>
              </a:defRPr>
            </a:lvl7pPr>
            <a:lvl8pPr algn="l">
              <a:defRPr sz="1800" b="0">
                <a:solidFill>
                  <a:srgbClr val="53636C"/>
                </a:solidFill>
                <a:latin typeface="Arial"/>
                <a:ea typeface="Arial"/>
                <a:cs typeface="Arial"/>
              </a:defRPr>
            </a:lvl8pPr>
            <a:lvl9pPr algn="l">
              <a:defRPr sz="1800" b="0">
                <a:solidFill>
                  <a:srgbClr val="53636C"/>
                </a:solidFill>
                <a:latin typeface="Arial"/>
                <a:ea typeface="Arial"/>
                <a:cs typeface="Arial"/>
              </a:defRPr>
            </a:lvl9pPr>
          </a:lstStyle>
          <a:p xmlns:a="http://schemas.openxmlformats.org/drawingml/2006/main">
            <a:pPr algn="l">
              <a:defRPr sz="1800" b="0">
                <a:solidFill>
                  <a:srgbClr val="53636C"/>
                </a:solidFill>
                <a:latin typeface="Arial"/>
                <a:ea typeface="Arial"/>
                <a:cs typeface="Arial"/>
              </a:defRPr>
            </a:pPr>
            <a:r>
              <a:rPr sz="1800" b="0">
                <a:solidFill>
                  <a:srgbClr val="53636C"/>
                </a:solidFill>
                <a:latin typeface="Arial"/>
                <a:ea typeface="Arial"/>
                <a:cs typeface="Arial"/>
              </a:rPr>
              <a:t>Aligned reference depth</a:t>
            </a:r>
          </a:p>
          <a:p xmlns:a="http://schemas.openxmlformats.org/drawingml/2006/main">
            <a:pPr algn="l">
              <a:defRPr sz="1800" b="0">
                <a:solidFill>
                  <a:srgbClr val="53636C"/>
                </a:solidFill>
                <a:latin typeface="Arial"/>
                <a:ea typeface="Arial"/>
                <a:cs typeface="Arial"/>
              </a:defRPr>
            </a:pPr>
            <a:r>
              <a:rPr sz="1800" b="0">
                <a:solidFill>
                  <a:srgbClr val="53636C"/>
                </a:solidFill>
                <a:latin typeface="Arial"/>
                <a:ea typeface="Arial"/>
                <a:cs typeface="Arial"/>
              </a:rPr>
              <a:t>from NYU Depth V2</a:t>
            </a:r>
          </a:p>
        </p:txBody>
      </p:sp>
      <p:sp>
        <p:nvSpPr>
          <p:cNvPr id="7" name="text">
            <a:extLst xmlns:a="http://schemas.openxmlformats.org/drawingml/2006/main">
              <a:ext uri="{FF2B5EF4-FFF2-40B4-BE49-F238E27FC236}">
                <a16:creationId xmlns:a16="http://schemas.microsoft.com/office/drawing/2014/main" id="{E376626C-54FB-482B-9FC6-EC75A0544F47}"/>
              </a:ext>
            </a:extLst>
          </p:cNvPr>
          <p:cNvSpPr>
            <a:spLocks xmlns:a="http://schemas.openxmlformats.org/drawingml/2006/main" noGrp="1"/>
          </p:cNvSpPr>
          <p:nvPr/>
        </p:nvSpPr>
        <p:spPr>
          <a:xfrm xmlns:a="http://schemas.openxmlformats.org/drawingml/2006/main">
            <a:off x="3581400" y="2381250"/>
            <a:ext cx="257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07F7B"/>
                </a:solidFill>
                <a:latin typeface="Arial"/>
                <a:ea typeface="Arial"/>
                <a:cs typeface="Arial"/>
              </a:defRPr>
            </a:defPPr>
            <a:lvl1pPr algn="l">
              <a:defRPr sz="2625" b="1">
                <a:solidFill>
                  <a:srgbClr val="007F7B"/>
                </a:solidFill>
                <a:latin typeface="Arial"/>
                <a:ea typeface="Arial"/>
                <a:cs typeface="Arial"/>
              </a:defRPr>
            </a:lvl1pPr>
            <a:lvl2pPr algn="l">
              <a:defRPr sz="2625" b="1">
                <a:solidFill>
                  <a:srgbClr val="007F7B"/>
                </a:solidFill>
                <a:latin typeface="Arial"/>
                <a:ea typeface="Arial"/>
                <a:cs typeface="Arial"/>
              </a:defRPr>
            </a:lvl2pPr>
            <a:lvl3pPr algn="l">
              <a:defRPr sz="2625" b="1">
                <a:solidFill>
                  <a:srgbClr val="007F7B"/>
                </a:solidFill>
                <a:latin typeface="Arial"/>
                <a:ea typeface="Arial"/>
                <a:cs typeface="Arial"/>
              </a:defRPr>
            </a:lvl3pPr>
            <a:lvl4pPr algn="l">
              <a:defRPr sz="2625" b="1">
                <a:solidFill>
                  <a:srgbClr val="007F7B"/>
                </a:solidFill>
                <a:latin typeface="Arial"/>
                <a:ea typeface="Arial"/>
                <a:cs typeface="Arial"/>
              </a:defRPr>
            </a:lvl4pPr>
            <a:lvl5pPr algn="l">
              <a:defRPr sz="2625" b="1">
                <a:solidFill>
                  <a:srgbClr val="007F7B"/>
                </a:solidFill>
                <a:latin typeface="Arial"/>
                <a:ea typeface="Arial"/>
                <a:cs typeface="Arial"/>
              </a:defRPr>
            </a:lvl5pPr>
            <a:lvl6pPr algn="l">
              <a:defRPr sz="2625" b="1">
                <a:solidFill>
                  <a:srgbClr val="007F7B"/>
                </a:solidFill>
                <a:latin typeface="Arial"/>
                <a:ea typeface="Arial"/>
                <a:cs typeface="Arial"/>
              </a:defRPr>
            </a:lvl6pPr>
            <a:lvl7pPr algn="l">
              <a:defRPr sz="2625" b="1">
                <a:solidFill>
                  <a:srgbClr val="007F7B"/>
                </a:solidFill>
                <a:latin typeface="Arial"/>
                <a:ea typeface="Arial"/>
                <a:cs typeface="Arial"/>
              </a:defRPr>
            </a:lvl7pPr>
            <a:lvl8pPr algn="l">
              <a:defRPr sz="2625" b="1">
                <a:solidFill>
                  <a:srgbClr val="007F7B"/>
                </a:solidFill>
                <a:latin typeface="Arial"/>
                <a:ea typeface="Arial"/>
                <a:cs typeface="Arial"/>
              </a:defRPr>
            </a:lvl8pPr>
            <a:lvl9pPr algn="l">
              <a:defRPr sz="2625" b="1">
                <a:solidFill>
                  <a:srgbClr val="007F7B"/>
                </a:solidFill>
                <a:latin typeface="Arial"/>
                <a:ea typeface="Arial"/>
                <a:cs typeface="Arial"/>
              </a:defRPr>
            </a:lvl9pPr>
          </a:lstStyle>
          <a:p xmlns:a="http://schemas.openxmlformats.org/drawingml/2006/main">
            <a:pPr algn="l">
              <a:defRPr sz="2625" b="1">
                <a:solidFill>
                  <a:srgbClr val="007F7B"/>
                </a:solidFill>
                <a:latin typeface="Arial"/>
                <a:ea typeface="Arial"/>
                <a:cs typeface="Arial"/>
              </a:defRPr>
            </a:pPr>
            <a:r>
              <a:rPr sz="2625" b="1">
                <a:solidFill>
                  <a:srgbClr val="007F7B"/>
                </a:solidFill>
                <a:latin typeface="Arial"/>
                <a:ea typeface="Arial"/>
                <a:cs typeface="Arial"/>
              </a:rPr>
              <a:t>02</a:t>
            </a:r>
          </a:p>
        </p:txBody>
      </p:sp>
      <p:sp>
        <p:nvSpPr>
          <p:cNvPr id="8" name="text">
            <a:extLst xmlns:a="http://schemas.openxmlformats.org/drawingml/2006/main">
              <a:ext uri="{FF2B5EF4-FFF2-40B4-BE49-F238E27FC236}">
                <a16:creationId xmlns:a16="http://schemas.microsoft.com/office/drawing/2014/main" id="{930DE5EE-6AFB-4555-BF4E-9C748EEF47EC}"/>
              </a:ext>
            </a:extLst>
          </p:cNvPr>
          <p:cNvSpPr>
            <a:spLocks xmlns:a="http://schemas.openxmlformats.org/drawingml/2006/main" noGrp="1"/>
          </p:cNvSpPr>
          <p:nvPr/>
        </p:nvSpPr>
        <p:spPr>
          <a:xfrm xmlns:a="http://schemas.openxmlformats.org/drawingml/2006/main">
            <a:off x="3581400" y="3028950"/>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22C39"/>
                </a:solidFill>
                <a:latin typeface="Arial"/>
                <a:ea typeface="Arial"/>
                <a:cs typeface="Arial"/>
              </a:defRPr>
            </a:defPPr>
            <a:lvl1pPr algn="l">
              <a:defRPr sz="2100" b="1">
                <a:solidFill>
                  <a:srgbClr val="122C39"/>
                </a:solidFill>
                <a:latin typeface="Arial"/>
                <a:ea typeface="Arial"/>
                <a:cs typeface="Arial"/>
              </a:defRPr>
            </a:lvl1pPr>
            <a:lvl2pPr algn="l">
              <a:defRPr sz="2100" b="1">
                <a:solidFill>
                  <a:srgbClr val="122C39"/>
                </a:solidFill>
                <a:latin typeface="Arial"/>
                <a:ea typeface="Arial"/>
                <a:cs typeface="Arial"/>
              </a:defRPr>
            </a:lvl2pPr>
            <a:lvl3pPr algn="l">
              <a:defRPr sz="2100" b="1">
                <a:solidFill>
                  <a:srgbClr val="122C39"/>
                </a:solidFill>
                <a:latin typeface="Arial"/>
                <a:ea typeface="Arial"/>
                <a:cs typeface="Arial"/>
              </a:defRPr>
            </a:lvl3pPr>
            <a:lvl4pPr algn="l">
              <a:defRPr sz="2100" b="1">
                <a:solidFill>
                  <a:srgbClr val="122C39"/>
                </a:solidFill>
                <a:latin typeface="Arial"/>
                <a:ea typeface="Arial"/>
                <a:cs typeface="Arial"/>
              </a:defRPr>
            </a:lvl4pPr>
            <a:lvl5pPr algn="l">
              <a:defRPr sz="2100" b="1">
                <a:solidFill>
                  <a:srgbClr val="122C39"/>
                </a:solidFill>
                <a:latin typeface="Arial"/>
                <a:ea typeface="Arial"/>
                <a:cs typeface="Arial"/>
              </a:defRPr>
            </a:lvl5pPr>
            <a:lvl6pPr algn="l">
              <a:defRPr sz="2100" b="1">
                <a:solidFill>
                  <a:srgbClr val="122C39"/>
                </a:solidFill>
                <a:latin typeface="Arial"/>
                <a:ea typeface="Arial"/>
                <a:cs typeface="Arial"/>
              </a:defRPr>
            </a:lvl6pPr>
            <a:lvl7pPr algn="l">
              <a:defRPr sz="2100" b="1">
                <a:solidFill>
                  <a:srgbClr val="122C39"/>
                </a:solidFill>
                <a:latin typeface="Arial"/>
                <a:ea typeface="Arial"/>
                <a:cs typeface="Arial"/>
              </a:defRPr>
            </a:lvl7pPr>
            <a:lvl8pPr algn="l">
              <a:defRPr sz="2100" b="1">
                <a:solidFill>
                  <a:srgbClr val="122C39"/>
                </a:solidFill>
                <a:latin typeface="Arial"/>
                <a:ea typeface="Arial"/>
                <a:cs typeface="Arial"/>
              </a:defRPr>
            </a:lvl8pPr>
            <a:lvl9pPr algn="l">
              <a:defRPr sz="2100" b="1">
                <a:solidFill>
                  <a:srgbClr val="122C39"/>
                </a:solidFill>
                <a:latin typeface="Arial"/>
                <a:ea typeface="Arial"/>
                <a:cs typeface="Arial"/>
              </a:defRPr>
            </a:lvl9pPr>
          </a:lstStyle>
          <a:p xmlns:a="http://schemas.openxmlformats.org/drawingml/2006/main">
            <a:pPr algn="l">
              <a:defRPr sz="2100" b="1">
                <a:solidFill>
                  <a:srgbClr val="122C39"/>
                </a:solidFill>
                <a:latin typeface="Arial"/>
                <a:ea typeface="Arial"/>
                <a:cs typeface="Arial"/>
              </a:defRPr>
            </a:pPr>
            <a:r>
              <a:rPr sz="2100" b="1">
                <a:solidFill>
                  <a:srgbClr val="122C39"/>
                </a:solidFill>
                <a:latin typeface="Arial"/>
                <a:ea typeface="Arial"/>
                <a:cs typeface="Arial"/>
              </a:rPr>
              <a:t>Color processing</a:t>
            </a:r>
          </a:p>
        </p:txBody>
      </p:sp>
      <p:sp>
        <p:nvSpPr>
          <p:cNvPr id="9" name="text">
            <a:extLst xmlns:a="http://schemas.openxmlformats.org/drawingml/2006/main">
              <a:ext uri="{FF2B5EF4-FFF2-40B4-BE49-F238E27FC236}">
                <a16:creationId xmlns:a16="http://schemas.microsoft.com/office/drawing/2014/main" id="{1F1FCCA6-959E-4B21-8DDC-3C8A6461BEB9}"/>
              </a:ext>
            </a:extLst>
          </p:cNvPr>
          <p:cNvSpPr>
            <a:spLocks xmlns:a="http://schemas.openxmlformats.org/drawingml/2006/main" noGrp="1"/>
          </p:cNvSpPr>
          <p:nvPr/>
        </p:nvSpPr>
        <p:spPr>
          <a:xfrm xmlns:a="http://schemas.openxmlformats.org/drawingml/2006/main">
            <a:off x="3581400" y="39433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C"/>
                </a:solidFill>
                <a:latin typeface="Arial"/>
                <a:ea typeface="Arial"/>
                <a:cs typeface="Arial"/>
              </a:defRPr>
            </a:defPPr>
            <a:lvl1pPr algn="l">
              <a:defRPr sz="1800" b="0">
                <a:solidFill>
                  <a:srgbClr val="53636C"/>
                </a:solidFill>
                <a:latin typeface="Arial"/>
                <a:ea typeface="Arial"/>
                <a:cs typeface="Arial"/>
              </a:defRPr>
            </a:lvl1pPr>
            <a:lvl2pPr algn="l">
              <a:defRPr sz="1800" b="0">
                <a:solidFill>
                  <a:srgbClr val="53636C"/>
                </a:solidFill>
                <a:latin typeface="Arial"/>
                <a:ea typeface="Arial"/>
                <a:cs typeface="Arial"/>
              </a:defRPr>
            </a:lvl2pPr>
            <a:lvl3pPr algn="l">
              <a:defRPr sz="1800" b="0">
                <a:solidFill>
                  <a:srgbClr val="53636C"/>
                </a:solidFill>
                <a:latin typeface="Arial"/>
                <a:ea typeface="Arial"/>
                <a:cs typeface="Arial"/>
              </a:defRPr>
            </a:lvl3pPr>
            <a:lvl4pPr algn="l">
              <a:defRPr sz="1800" b="0">
                <a:solidFill>
                  <a:srgbClr val="53636C"/>
                </a:solidFill>
                <a:latin typeface="Arial"/>
                <a:ea typeface="Arial"/>
                <a:cs typeface="Arial"/>
              </a:defRPr>
            </a:lvl4pPr>
            <a:lvl5pPr algn="l">
              <a:defRPr sz="1800" b="0">
                <a:solidFill>
                  <a:srgbClr val="53636C"/>
                </a:solidFill>
                <a:latin typeface="Arial"/>
                <a:ea typeface="Arial"/>
                <a:cs typeface="Arial"/>
              </a:defRPr>
            </a:lvl5pPr>
            <a:lvl6pPr algn="l">
              <a:defRPr sz="1800" b="0">
                <a:solidFill>
                  <a:srgbClr val="53636C"/>
                </a:solidFill>
                <a:latin typeface="Arial"/>
                <a:ea typeface="Arial"/>
                <a:cs typeface="Arial"/>
              </a:defRPr>
            </a:lvl6pPr>
            <a:lvl7pPr algn="l">
              <a:defRPr sz="1800" b="0">
                <a:solidFill>
                  <a:srgbClr val="53636C"/>
                </a:solidFill>
                <a:latin typeface="Arial"/>
                <a:ea typeface="Arial"/>
                <a:cs typeface="Arial"/>
              </a:defRPr>
            </a:lvl7pPr>
            <a:lvl8pPr algn="l">
              <a:defRPr sz="1800" b="0">
                <a:solidFill>
                  <a:srgbClr val="53636C"/>
                </a:solidFill>
                <a:latin typeface="Arial"/>
                <a:ea typeface="Arial"/>
                <a:cs typeface="Arial"/>
              </a:defRPr>
            </a:lvl8pPr>
            <a:lvl9pPr algn="l">
              <a:defRPr sz="1800" b="0">
                <a:solidFill>
                  <a:srgbClr val="53636C"/>
                </a:solidFill>
                <a:latin typeface="Arial"/>
                <a:ea typeface="Arial"/>
                <a:cs typeface="Arial"/>
              </a:defRPr>
            </a:lvl9pPr>
          </a:lstStyle>
          <a:p xmlns:a="http://schemas.openxmlformats.org/drawingml/2006/main">
            <a:pPr algn="l">
              <a:defRPr sz="1800" b="0">
                <a:solidFill>
                  <a:srgbClr val="53636C"/>
                </a:solidFill>
                <a:latin typeface="Arial"/>
                <a:ea typeface="Arial"/>
                <a:cs typeface="Arial"/>
              </a:defRPr>
            </a:pPr>
            <a:r>
              <a:rPr sz="1800" b="0">
                <a:solidFill>
                  <a:srgbClr val="53636C"/>
                </a:solidFill>
                <a:latin typeface="Arial"/>
                <a:ea typeface="Arial"/>
                <a:cs typeface="Arial"/>
              </a:rPr>
              <a:t>7 image conditions</a:t>
            </a:r>
          </a:p>
          <a:p xmlns:a="http://schemas.openxmlformats.org/drawingml/2006/main">
            <a:pPr algn="l">
              <a:defRPr sz="1800" b="0">
                <a:solidFill>
                  <a:srgbClr val="53636C"/>
                </a:solidFill>
                <a:latin typeface="Arial"/>
                <a:ea typeface="Arial"/>
                <a:cs typeface="Arial"/>
              </a:defRPr>
            </a:pPr>
            <a:r>
              <a:rPr sz="1800" b="0">
                <a:solidFill>
                  <a:srgbClr val="53636C"/>
                </a:solidFill>
                <a:latin typeface="Arial"/>
                <a:ea typeface="Arial"/>
                <a:cs typeface="Arial"/>
              </a:rPr>
              <a:t>4 correction choices</a:t>
            </a:r>
          </a:p>
        </p:txBody>
      </p:sp>
      <p:sp>
        <p:nvSpPr>
          <p:cNvPr id="10" name="text">
            <a:extLst xmlns:a="http://schemas.openxmlformats.org/drawingml/2006/main">
              <a:ext uri="{FF2B5EF4-FFF2-40B4-BE49-F238E27FC236}">
                <a16:creationId xmlns:a16="http://schemas.microsoft.com/office/drawing/2014/main" id="{35311AE5-C83D-41E7-AB19-EBCAF59B58A1}"/>
              </a:ext>
            </a:extLst>
          </p:cNvPr>
          <p:cNvSpPr>
            <a:spLocks xmlns:a="http://schemas.openxmlformats.org/drawingml/2006/main" noGrp="1"/>
          </p:cNvSpPr>
          <p:nvPr/>
        </p:nvSpPr>
        <p:spPr>
          <a:xfrm xmlns:a="http://schemas.openxmlformats.org/drawingml/2006/main">
            <a:off x="6553200" y="2381250"/>
            <a:ext cx="257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07F7B"/>
                </a:solidFill>
                <a:latin typeface="Arial"/>
                <a:ea typeface="Arial"/>
                <a:cs typeface="Arial"/>
              </a:defRPr>
            </a:defPPr>
            <a:lvl1pPr algn="l">
              <a:defRPr sz="2625" b="1">
                <a:solidFill>
                  <a:srgbClr val="007F7B"/>
                </a:solidFill>
                <a:latin typeface="Arial"/>
                <a:ea typeface="Arial"/>
                <a:cs typeface="Arial"/>
              </a:defRPr>
            </a:lvl1pPr>
            <a:lvl2pPr algn="l">
              <a:defRPr sz="2625" b="1">
                <a:solidFill>
                  <a:srgbClr val="007F7B"/>
                </a:solidFill>
                <a:latin typeface="Arial"/>
                <a:ea typeface="Arial"/>
                <a:cs typeface="Arial"/>
              </a:defRPr>
            </a:lvl2pPr>
            <a:lvl3pPr algn="l">
              <a:defRPr sz="2625" b="1">
                <a:solidFill>
                  <a:srgbClr val="007F7B"/>
                </a:solidFill>
                <a:latin typeface="Arial"/>
                <a:ea typeface="Arial"/>
                <a:cs typeface="Arial"/>
              </a:defRPr>
            </a:lvl3pPr>
            <a:lvl4pPr algn="l">
              <a:defRPr sz="2625" b="1">
                <a:solidFill>
                  <a:srgbClr val="007F7B"/>
                </a:solidFill>
                <a:latin typeface="Arial"/>
                <a:ea typeface="Arial"/>
                <a:cs typeface="Arial"/>
              </a:defRPr>
            </a:lvl4pPr>
            <a:lvl5pPr algn="l">
              <a:defRPr sz="2625" b="1">
                <a:solidFill>
                  <a:srgbClr val="007F7B"/>
                </a:solidFill>
                <a:latin typeface="Arial"/>
                <a:ea typeface="Arial"/>
                <a:cs typeface="Arial"/>
              </a:defRPr>
            </a:lvl5pPr>
            <a:lvl6pPr algn="l">
              <a:defRPr sz="2625" b="1">
                <a:solidFill>
                  <a:srgbClr val="007F7B"/>
                </a:solidFill>
                <a:latin typeface="Arial"/>
                <a:ea typeface="Arial"/>
                <a:cs typeface="Arial"/>
              </a:defRPr>
            </a:lvl6pPr>
            <a:lvl7pPr algn="l">
              <a:defRPr sz="2625" b="1">
                <a:solidFill>
                  <a:srgbClr val="007F7B"/>
                </a:solidFill>
                <a:latin typeface="Arial"/>
                <a:ea typeface="Arial"/>
                <a:cs typeface="Arial"/>
              </a:defRPr>
            </a:lvl7pPr>
            <a:lvl8pPr algn="l">
              <a:defRPr sz="2625" b="1">
                <a:solidFill>
                  <a:srgbClr val="007F7B"/>
                </a:solidFill>
                <a:latin typeface="Arial"/>
                <a:ea typeface="Arial"/>
                <a:cs typeface="Arial"/>
              </a:defRPr>
            </a:lvl8pPr>
            <a:lvl9pPr algn="l">
              <a:defRPr sz="2625" b="1">
                <a:solidFill>
                  <a:srgbClr val="007F7B"/>
                </a:solidFill>
                <a:latin typeface="Arial"/>
                <a:ea typeface="Arial"/>
                <a:cs typeface="Arial"/>
              </a:defRPr>
            </a:lvl9pPr>
          </a:lstStyle>
          <a:p xmlns:a="http://schemas.openxmlformats.org/drawingml/2006/main">
            <a:pPr algn="l">
              <a:defRPr sz="2625" b="1">
                <a:solidFill>
                  <a:srgbClr val="007F7B"/>
                </a:solidFill>
                <a:latin typeface="Arial"/>
                <a:ea typeface="Arial"/>
                <a:cs typeface="Arial"/>
              </a:defRPr>
            </a:pPr>
            <a:r>
              <a:rPr sz="2625" b="1">
                <a:solidFill>
                  <a:srgbClr val="007F7B"/>
                </a:solidFill>
                <a:latin typeface="Arial"/>
                <a:ea typeface="Arial"/>
                <a:cs typeface="Arial"/>
              </a:rPr>
              <a:t>03</a:t>
            </a:r>
          </a:p>
        </p:txBody>
      </p:sp>
      <p:sp>
        <p:nvSpPr>
          <p:cNvPr id="11" name="text">
            <a:extLst xmlns:a="http://schemas.openxmlformats.org/drawingml/2006/main">
              <a:ext uri="{FF2B5EF4-FFF2-40B4-BE49-F238E27FC236}">
                <a16:creationId xmlns:a16="http://schemas.microsoft.com/office/drawing/2014/main" id="{0DDD5775-75B3-4B9E-AEF2-44DE388A9090}"/>
              </a:ext>
            </a:extLst>
          </p:cNvPr>
          <p:cNvSpPr>
            <a:spLocks xmlns:a="http://schemas.openxmlformats.org/drawingml/2006/main" noGrp="1"/>
          </p:cNvSpPr>
          <p:nvPr/>
        </p:nvSpPr>
        <p:spPr>
          <a:xfrm xmlns:a="http://schemas.openxmlformats.org/drawingml/2006/main">
            <a:off x="6553200" y="3028950"/>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22C39"/>
                </a:solidFill>
                <a:latin typeface="Arial"/>
                <a:ea typeface="Arial"/>
                <a:cs typeface="Arial"/>
              </a:defRPr>
            </a:defPPr>
            <a:lvl1pPr algn="l">
              <a:defRPr sz="2100" b="1">
                <a:solidFill>
                  <a:srgbClr val="122C39"/>
                </a:solidFill>
                <a:latin typeface="Arial"/>
                <a:ea typeface="Arial"/>
                <a:cs typeface="Arial"/>
              </a:defRPr>
            </a:lvl1pPr>
            <a:lvl2pPr algn="l">
              <a:defRPr sz="2100" b="1">
                <a:solidFill>
                  <a:srgbClr val="122C39"/>
                </a:solidFill>
                <a:latin typeface="Arial"/>
                <a:ea typeface="Arial"/>
                <a:cs typeface="Arial"/>
              </a:defRPr>
            </a:lvl2pPr>
            <a:lvl3pPr algn="l">
              <a:defRPr sz="2100" b="1">
                <a:solidFill>
                  <a:srgbClr val="122C39"/>
                </a:solidFill>
                <a:latin typeface="Arial"/>
                <a:ea typeface="Arial"/>
                <a:cs typeface="Arial"/>
              </a:defRPr>
            </a:lvl3pPr>
            <a:lvl4pPr algn="l">
              <a:defRPr sz="2100" b="1">
                <a:solidFill>
                  <a:srgbClr val="122C39"/>
                </a:solidFill>
                <a:latin typeface="Arial"/>
                <a:ea typeface="Arial"/>
                <a:cs typeface="Arial"/>
              </a:defRPr>
            </a:lvl4pPr>
            <a:lvl5pPr algn="l">
              <a:defRPr sz="2100" b="1">
                <a:solidFill>
                  <a:srgbClr val="122C39"/>
                </a:solidFill>
                <a:latin typeface="Arial"/>
                <a:ea typeface="Arial"/>
                <a:cs typeface="Arial"/>
              </a:defRPr>
            </a:lvl5pPr>
            <a:lvl6pPr algn="l">
              <a:defRPr sz="2100" b="1">
                <a:solidFill>
                  <a:srgbClr val="122C39"/>
                </a:solidFill>
                <a:latin typeface="Arial"/>
                <a:ea typeface="Arial"/>
                <a:cs typeface="Arial"/>
              </a:defRPr>
            </a:lvl6pPr>
            <a:lvl7pPr algn="l">
              <a:defRPr sz="2100" b="1">
                <a:solidFill>
                  <a:srgbClr val="122C39"/>
                </a:solidFill>
                <a:latin typeface="Arial"/>
                <a:ea typeface="Arial"/>
                <a:cs typeface="Arial"/>
              </a:defRPr>
            </a:lvl7pPr>
            <a:lvl8pPr algn="l">
              <a:defRPr sz="2100" b="1">
                <a:solidFill>
                  <a:srgbClr val="122C39"/>
                </a:solidFill>
                <a:latin typeface="Arial"/>
                <a:ea typeface="Arial"/>
                <a:cs typeface="Arial"/>
              </a:defRPr>
            </a:lvl8pPr>
            <a:lvl9pPr algn="l">
              <a:defRPr sz="2100" b="1">
                <a:solidFill>
                  <a:srgbClr val="122C39"/>
                </a:solidFill>
                <a:latin typeface="Arial"/>
                <a:ea typeface="Arial"/>
                <a:cs typeface="Arial"/>
              </a:defRPr>
            </a:lvl9pPr>
          </a:lstStyle>
          <a:p xmlns:a="http://schemas.openxmlformats.org/drawingml/2006/main">
            <a:pPr algn="l">
              <a:defRPr sz="2100" b="1">
                <a:solidFill>
                  <a:srgbClr val="122C39"/>
                </a:solidFill>
                <a:latin typeface="Arial"/>
                <a:ea typeface="Arial"/>
                <a:cs typeface="Arial"/>
              </a:defRPr>
            </a:pPr>
            <a:r>
              <a:rPr sz="2100" b="1">
                <a:solidFill>
                  <a:srgbClr val="122C39"/>
                </a:solidFill>
                <a:latin typeface="Arial"/>
                <a:ea typeface="Arial"/>
                <a:cs typeface="Arial"/>
              </a:rPr>
              <a:t>Depth inference</a:t>
            </a:r>
          </a:p>
        </p:txBody>
      </p:sp>
      <p:sp>
        <p:nvSpPr>
          <p:cNvPr id="12" name="text">
            <a:extLst xmlns:a="http://schemas.openxmlformats.org/drawingml/2006/main">
              <a:ext uri="{FF2B5EF4-FFF2-40B4-BE49-F238E27FC236}">
                <a16:creationId xmlns:a16="http://schemas.microsoft.com/office/drawing/2014/main" id="{1480CBF1-DDC9-4590-A769-436B9FF09A2D}"/>
              </a:ext>
            </a:extLst>
          </p:cNvPr>
          <p:cNvSpPr>
            <a:spLocks xmlns:a="http://schemas.openxmlformats.org/drawingml/2006/main" noGrp="1"/>
          </p:cNvSpPr>
          <p:nvPr/>
        </p:nvSpPr>
        <p:spPr>
          <a:xfrm xmlns:a="http://schemas.openxmlformats.org/drawingml/2006/main">
            <a:off x="6553200" y="39433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C"/>
                </a:solidFill>
                <a:latin typeface="Arial"/>
                <a:ea typeface="Arial"/>
                <a:cs typeface="Arial"/>
              </a:defRPr>
            </a:defPPr>
            <a:lvl1pPr algn="l">
              <a:defRPr sz="1800" b="0">
                <a:solidFill>
                  <a:srgbClr val="53636C"/>
                </a:solidFill>
                <a:latin typeface="Arial"/>
                <a:ea typeface="Arial"/>
                <a:cs typeface="Arial"/>
              </a:defRPr>
            </a:lvl1pPr>
            <a:lvl2pPr algn="l">
              <a:defRPr sz="1800" b="0">
                <a:solidFill>
                  <a:srgbClr val="53636C"/>
                </a:solidFill>
                <a:latin typeface="Arial"/>
                <a:ea typeface="Arial"/>
                <a:cs typeface="Arial"/>
              </a:defRPr>
            </a:lvl2pPr>
            <a:lvl3pPr algn="l">
              <a:defRPr sz="1800" b="0">
                <a:solidFill>
                  <a:srgbClr val="53636C"/>
                </a:solidFill>
                <a:latin typeface="Arial"/>
                <a:ea typeface="Arial"/>
                <a:cs typeface="Arial"/>
              </a:defRPr>
            </a:lvl3pPr>
            <a:lvl4pPr algn="l">
              <a:defRPr sz="1800" b="0">
                <a:solidFill>
                  <a:srgbClr val="53636C"/>
                </a:solidFill>
                <a:latin typeface="Arial"/>
                <a:ea typeface="Arial"/>
                <a:cs typeface="Arial"/>
              </a:defRPr>
            </a:lvl4pPr>
            <a:lvl5pPr algn="l">
              <a:defRPr sz="1800" b="0">
                <a:solidFill>
                  <a:srgbClr val="53636C"/>
                </a:solidFill>
                <a:latin typeface="Arial"/>
                <a:ea typeface="Arial"/>
                <a:cs typeface="Arial"/>
              </a:defRPr>
            </a:lvl5pPr>
            <a:lvl6pPr algn="l">
              <a:defRPr sz="1800" b="0">
                <a:solidFill>
                  <a:srgbClr val="53636C"/>
                </a:solidFill>
                <a:latin typeface="Arial"/>
                <a:ea typeface="Arial"/>
                <a:cs typeface="Arial"/>
              </a:defRPr>
            </a:lvl6pPr>
            <a:lvl7pPr algn="l">
              <a:defRPr sz="1800" b="0">
                <a:solidFill>
                  <a:srgbClr val="53636C"/>
                </a:solidFill>
                <a:latin typeface="Arial"/>
                <a:ea typeface="Arial"/>
                <a:cs typeface="Arial"/>
              </a:defRPr>
            </a:lvl7pPr>
            <a:lvl8pPr algn="l">
              <a:defRPr sz="1800" b="0">
                <a:solidFill>
                  <a:srgbClr val="53636C"/>
                </a:solidFill>
                <a:latin typeface="Arial"/>
                <a:ea typeface="Arial"/>
                <a:cs typeface="Arial"/>
              </a:defRPr>
            </a:lvl8pPr>
            <a:lvl9pPr algn="l">
              <a:defRPr sz="1800" b="0">
                <a:solidFill>
                  <a:srgbClr val="53636C"/>
                </a:solidFill>
                <a:latin typeface="Arial"/>
                <a:ea typeface="Arial"/>
                <a:cs typeface="Arial"/>
              </a:defRPr>
            </a:lvl9pPr>
          </a:lstStyle>
          <a:p xmlns:a="http://schemas.openxmlformats.org/drawingml/2006/main">
            <a:pPr algn="l">
              <a:defRPr sz="1800" b="0">
                <a:solidFill>
                  <a:srgbClr val="53636C"/>
                </a:solidFill>
                <a:latin typeface="Arial"/>
                <a:ea typeface="Arial"/>
                <a:cs typeface="Arial"/>
              </a:defRPr>
            </a:pPr>
            <a:r>
              <a:rPr sz="1800" b="0">
                <a:solidFill>
                  <a:srgbClr val="53636C"/>
                </a:solidFill>
                <a:latin typeface="Arial"/>
                <a:ea typeface="Arial"/>
                <a:cs typeface="Arial"/>
              </a:rPr>
              <a:t>Depth Anything V2</a:t>
            </a:r>
          </a:p>
          <a:p xmlns:a="http://schemas.openxmlformats.org/drawingml/2006/main">
            <a:pPr algn="l">
              <a:defRPr sz="1800" b="0">
                <a:solidFill>
                  <a:srgbClr val="53636C"/>
                </a:solidFill>
                <a:latin typeface="Arial"/>
                <a:ea typeface="Arial"/>
                <a:cs typeface="Arial"/>
              </a:defRPr>
            </a:pPr>
            <a:r>
              <a:rPr sz="1800" b="0">
                <a:solidFill>
                  <a:srgbClr val="53636C"/>
                </a:solidFill>
                <a:latin typeface="Arial"/>
                <a:ea typeface="Arial"/>
                <a:cs typeface="Arial"/>
              </a:rPr>
              <a:t>Metric Hypersim Small</a:t>
            </a:r>
          </a:p>
        </p:txBody>
      </p:sp>
      <p:sp>
        <p:nvSpPr>
          <p:cNvPr id="13" name="text">
            <a:extLst xmlns:a="http://schemas.openxmlformats.org/drawingml/2006/main">
              <a:ext uri="{FF2B5EF4-FFF2-40B4-BE49-F238E27FC236}">
                <a16:creationId xmlns:a16="http://schemas.microsoft.com/office/drawing/2014/main" id="{2C53B486-37A1-407D-BD93-9CFD8C600102}"/>
              </a:ext>
            </a:extLst>
          </p:cNvPr>
          <p:cNvSpPr>
            <a:spLocks xmlns:a="http://schemas.openxmlformats.org/drawingml/2006/main" noGrp="1"/>
          </p:cNvSpPr>
          <p:nvPr/>
        </p:nvSpPr>
        <p:spPr>
          <a:xfrm xmlns:a="http://schemas.openxmlformats.org/drawingml/2006/main">
            <a:off x="9525000" y="2381250"/>
            <a:ext cx="2057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07F7B"/>
                </a:solidFill>
                <a:latin typeface="Arial"/>
                <a:ea typeface="Arial"/>
                <a:cs typeface="Arial"/>
              </a:defRPr>
            </a:defPPr>
            <a:lvl1pPr algn="l">
              <a:defRPr sz="2625" b="1">
                <a:solidFill>
                  <a:srgbClr val="007F7B"/>
                </a:solidFill>
                <a:latin typeface="Arial"/>
                <a:ea typeface="Arial"/>
                <a:cs typeface="Arial"/>
              </a:defRPr>
            </a:lvl1pPr>
            <a:lvl2pPr algn="l">
              <a:defRPr sz="2625" b="1">
                <a:solidFill>
                  <a:srgbClr val="007F7B"/>
                </a:solidFill>
                <a:latin typeface="Arial"/>
                <a:ea typeface="Arial"/>
                <a:cs typeface="Arial"/>
              </a:defRPr>
            </a:lvl2pPr>
            <a:lvl3pPr algn="l">
              <a:defRPr sz="2625" b="1">
                <a:solidFill>
                  <a:srgbClr val="007F7B"/>
                </a:solidFill>
                <a:latin typeface="Arial"/>
                <a:ea typeface="Arial"/>
                <a:cs typeface="Arial"/>
              </a:defRPr>
            </a:lvl3pPr>
            <a:lvl4pPr algn="l">
              <a:defRPr sz="2625" b="1">
                <a:solidFill>
                  <a:srgbClr val="007F7B"/>
                </a:solidFill>
                <a:latin typeface="Arial"/>
                <a:ea typeface="Arial"/>
                <a:cs typeface="Arial"/>
              </a:defRPr>
            </a:lvl4pPr>
            <a:lvl5pPr algn="l">
              <a:defRPr sz="2625" b="1">
                <a:solidFill>
                  <a:srgbClr val="007F7B"/>
                </a:solidFill>
                <a:latin typeface="Arial"/>
                <a:ea typeface="Arial"/>
                <a:cs typeface="Arial"/>
              </a:defRPr>
            </a:lvl5pPr>
            <a:lvl6pPr algn="l">
              <a:defRPr sz="2625" b="1">
                <a:solidFill>
                  <a:srgbClr val="007F7B"/>
                </a:solidFill>
                <a:latin typeface="Arial"/>
                <a:ea typeface="Arial"/>
                <a:cs typeface="Arial"/>
              </a:defRPr>
            </a:lvl6pPr>
            <a:lvl7pPr algn="l">
              <a:defRPr sz="2625" b="1">
                <a:solidFill>
                  <a:srgbClr val="007F7B"/>
                </a:solidFill>
                <a:latin typeface="Arial"/>
                <a:ea typeface="Arial"/>
                <a:cs typeface="Arial"/>
              </a:defRPr>
            </a:lvl7pPr>
            <a:lvl8pPr algn="l">
              <a:defRPr sz="2625" b="1">
                <a:solidFill>
                  <a:srgbClr val="007F7B"/>
                </a:solidFill>
                <a:latin typeface="Arial"/>
                <a:ea typeface="Arial"/>
                <a:cs typeface="Arial"/>
              </a:defRPr>
            </a:lvl8pPr>
            <a:lvl9pPr algn="l">
              <a:defRPr sz="2625" b="1">
                <a:solidFill>
                  <a:srgbClr val="007F7B"/>
                </a:solidFill>
                <a:latin typeface="Arial"/>
                <a:ea typeface="Arial"/>
                <a:cs typeface="Arial"/>
              </a:defRPr>
            </a:lvl9pPr>
          </a:lstStyle>
          <a:p xmlns:a="http://schemas.openxmlformats.org/drawingml/2006/main">
            <a:pPr algn="l">
              <a:defRPr sz="2625" b="1">
                <a:solidFill>
                  <a:srgbClr val="007F7B"/>
                </a:solidFill>
                <a:latin typeface="Arial"/>
                <a:ea typeface="Arial"/>
                <a:cs typeface="Arial"/>
              </a:defRPr>
            </a:pPr>
            <a:r>
              <a:rPr sz="2625" b="1">
                <a:solidFill>
                  <a:srgbClr val="007F7B"/>
                </a:solidFill>
                <a:latin typeface="Arial"/>
                <a:ea typeface="Arial"/>
                <a:cs typeface="Arial"/>
              </a:rPr>
              <a:t>04</a:t>
            </a:r>
          </a:p>
        </p:txBody>
      </p:sp>
      <p:sp>
        <p:nvSpPr>
          <p:cNvPr id="14" name="text">
            <a:extLst xmlns:a="http://schemas.openxmlformats.org/drawingml/2006/main">
              <a:ext uri="{FF2B5EF4-FFF2-40B4-BE49-F238E27FC236}">
                <a16:creationId xmlns:a16="http://schemas.microsoft.com/office/drawing/2014/main" id="{67FF4209-AC43-4298-868F-0E78D0B47D7B}"/>
              </a:ext>
            </a:extLst>
          </p:cNvPr>
          <p:cNvSpPr>
            <a:spLocks xmlns:a="http://schemas.openxmlformats.org/drawingml/2006/main" noGrp="1"/>
          </p:cNvSpPr>
          <p:nvPr/>
        </p:nvSpPr>
        <p:spPr>
          <a:xfrm xmlns:a="http://schemas.openxmlformats.org/drawingml/2006/main">
            <a:off x="9525000" y="3028950"/>
            <a:ext cx="2057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22C39"/>
                </a:solidFill>
                <a:latin typeface="Arial"/>
                <a:ea typeface="Arial"/>
                <a:cs typeface="Arial"/>
              </a:defRPr>
            </a:defPPr>
            <a:lvl1pPr algn="l">
              <a:defRPr sz="2100" b="1">
                <a:solidFill>
                  <a:srgbClr val="122C39"/>
                </a:solidFill>
                <a:latin typeface="Arial"/>
                <a:ea typeface="Arial"/>
                <a:cs typeface="Arial"/>
              </a:defRPr>
            </a:lvl1pPr>
            <a:lvl2pPr algn="l">
              <a:defRPr sz="2100" b="1">
                <a:solidFill>
                  <a:srgbClr val="122C39"/>
                </a:solidFill>
                <a:latin typeface="Arial"/>
                <a:ea typeface="Arial"/>
                <a:cs typeface="Arial"/>
              </a:defRPr>
            </a:lvl2pPr>
            <a:lvl3pPr algn="l">
              <a:defRPr sz="2100" b="1">
                <a:solidFill>
                  <a:srgbClr val="122C39"/>
                </a:solidFill>
                <a:latin typeface="Arial"/>
                <a:ea typeface="Arial"/>
                <a:cs typeface="Arial"/>
              </a:defRPr>
            </a:lvl3pPr>
            <a:lvl4pPr algn="l">
              <a:defRPr sz="2100" b="1">
                <a:solidFill>
                  <a:srgbClr val="122C39"/>
                </a:solidFill>
                <a:latin typeface="Arial"/>
                <a:ea typeface="Arial"/>
                <a:cs typeface="Arial"/>
              </a:defRPr>
            </a:lvl4pPr>
            <a:lvl5pPr algn="l">
              <a:defRPr sz="2100" b="1">
                <a:solidFill>
                  <a:srgbClr val="122C39"/>
                </a:solidFill>
                <a:latin typeface="Arial"/>
                <a:ea typeface="Arial"/>
                <a:cs typeface="Arial"/>
              </a:defRPr>
            </a:lvl5pPr>
            <a:lvl6pPr algn="l">
              <a:defRPr sz="2100" b="1">
                <a:solidFill>
                  <a:srgbClr val="122C39"/>
                </a:solidFill>
                <a:latin typeface="Arial"/>
                <a:ea typeface="Arial"/>
                <a:cs typeface="Arial"/>
              </a:defRPr>
            </a:lvl6pPr>
            <a:lvl7pPr algn="l">
              <a:defRPr sz="2100" b="1">
                <a:solidFill>
                  <a:srgbClr val="122C39"/>
                </a:solidFill>
                <a:latin typeface="Arial"/>
                <a:ea typeface="Arial"/>
                <a:cs typeface="Arial"/>
              </a:defRPr>
            </a:lvl7pPr>
            <a:lvl8pPr algn="l">
              <a:defRPr sz="2100" b="1">
                <a:solidFill>
                  <a:srgbClr val="122C39"/>
                </a:solidFill>
                <a:latin typeface="Arial"/>
                <a:ea typeface="Arial"/>
                <a:cs typeface="Arial"/>
              </a:defRPr>
            </a:lvl8pPr>
            <a:lvl9pPr algn="l">
              <a:defRPr sz="2100" b="1">
                <a:solidFill>
                  <a:srgbClr val="122C39"/>
                </a:solidFill>
                <a:latin typeface="Arial"/>
                <a:ea typeface="Arial"/>
                <a:cs typeface="Arial"/>
              </a:defRPr>
            </a:lvl9pPr>
          </a:lstStyle>
          <a:p xmlns:a="http://schemas.openxmlformats.org/drawingml/2006/main">
            <a:pPr algn="l">
              <a:defRPr sz="2100" b="1">
                <a:solidFill>
                  <a:srgbClr val="122C39"/>
                </a:solidFill>
                <a:latin typeface="Arial"/>
                <a:ea typeface="Arial"/>
                <a:cs typeface="Arial"/>
              </a:defRPr>
            </a:pPr>
            <a:r>
              <a:rPr sz="2100" b="1">
                <a:solidFill>
                  <a:srgbClr val="122C39"/>
                </a:solidFill>
                <a:latin typeface="Arial"/>
                <a:ea typeface="Arial"/>
                <a:cs typeface="Arial"/>
              </a:rPr>
              <a:t>Accuracy evaluation</a:t>
            </a:r>
          </a:p>
        </p:txBody>
      </p:sp>
      <p:sp>
        <p:nvSpPr>
          <p:cNvPr id="15" name="text">
            <a:extLst xmlns:a="http://schemas.openxmlformats.org/drawingml/2006/main">
              <a:ext uri="{FF2B5EF4-FFF2-40B4-BE49-F238E27FC236}">
                <a16:creationId xmlns:a16="http://schemas.microsoft.com/office/drawing/2014/main" id="{2C7ABD78-C350-490F-B842-FB4D1AB225F8}"/>
              </a:ext>
            </a:extLst>
          </p:cNvPr>
          <p:cNvSpPr>
            <a:spLocks xmlns:a="http://schemas.openxmlformats.org/drawingml/2006/main" noGrp="1"/>
          </p:cNvSpPr>
          <p:nvPr/>
        </p:nvSpPr>
        <p:spPr>
          <a:xfrm xmlns:a="http://schemas.openxmlformats.org/drawingml/2006/main">
            <a:off x="9525000" y="3943350"/>
            <a:ext cx="2057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C"/>
                </a:solidFill>
                <a:latin typeface="Arial"/>
                <a:ea typeface="Arial"/>
                <a:cs typeface="Arial"/>
              </a:defRPr>
            </a:defPPr>
            <a:lvl1pPr algn="l">
              <a:defRPr sz="1800" b="0">
                <a:solidFill>
                  <a:srgbClr val="53636C"/>
                </a:solidFill>
                <a:latin typeface="Arial"/>
                <a:ea typeface="Arial"/>
                <a:cs typeface="Arial"/>
              </a:defRPr>
            </a:lvl1pPr>
            <a:lvl2pPr algn="l">
              <a:defRPr sz="1800" b="0">
                <a:solidFill>
                  <a:srgbClr val="53636C"/>
                </a:solidFill>
                <a:latin typeface="Arial"/>
                <a:ea typeface="Arial"/>
                <a:cs typeface="Arial"/>
              </a:defRPr>
            </a:lvl2pPr>
            <a:lvl3pPr algn="l">
              <a:defRPr sz="1800" b="0">
                <a:solidFill>
                  <a:srgbClr val="53636C"/>
                </a:solidFill>
                <a:latin typeface="Arial"/>
                <a:ea typeface="Arial"/>
                <a:cs typeface="Arial"/>
              </a:defRPr>
            </a:lvl3pPr>
            <a:lvl4pPr algn="l">
              <a:defRPr sz="1800" b="0">
                <a:solidFill>
                  <a:srgbClr val="53636C"/>
                </a:solidFill>
                <a:latin typeface="Arial"/>
                <a:ea typeface="Arial"/>
                <a:cs typeface="Arial"/>
              </a:defRPr>
            </a:lvl4pPr>
            <a:lvl5pPr algn="l">
              <a:defRPr sz="1800" b="0">
                <a:solidFill>
                  <a:srgbClr val="53636C"/>
                </a:solidFill>
                <a:latin typeface="Arial"/>
                <a:ea typeface="Arial"/>
                <a:cs typeface="Arial"/>
              </a:defRPr>
            </a:lvl5pPr>
            <a:lvl6pPr algn="l">
              <a:defRPr sz="1800" b="0">
                <a:solidFill>
                  <a:srgbClr val="53636C"/>
                </a:solidFill>
                <a:latin typeface="Arial"/>
                <a:ea typeface="Arial"/>
                <a:cs typeface="Arial"/>
              </a:defRPr>
            </a:lvl6pPr>
            <a:lvl7pPr algn="l">
              <a:defRPr sz="1800" b="0">
                <a:solidFill>
                  <a:srgbClr val="53636C"/>
                </a:solidFill>
                <a:latin typeface="Arial"/>
                <a:ea typeface="Arial"/>
                <a:cs typeface="Arial"/>
              </a:defRPr>
            </a:lvl7pPr>
            <a:lvl8pPr algn="l">
              <a:defRPr sz="1800" b="0">
                <a:solidFill>
                  <a:srgbClr val="53636C"/>
                </a:solidFill>
                <a:latin typeface="Arial"/>
                <a:ea typeface="Arial"/>
                <a:cs typeface="Arial"/>
              </a:defRPr>
            </a:lvl8pPr>
            <a:lvl9pPr algn="l">
              <a:defRPr sz="1800" b="0">
                <a:solidFill>
                  <a:srgbClr val="53636C"/>
                </a:solidFill>
                <a:latin typeface="Arial"/>
                <a:ea typeface="Arial"/>
                <a:cs typeface="Arial"/>
              </a:defRPr>
            </a:lvl9pPr>
          </a:lstStyle>
          <a:p xmlns:a="http://schemas.openxmlformats.org/drawingml/2006/main">
            <a:pPr algn="l">
              <a:defRPr sz="1800" b="0">
                <a:solidFill>
                  <a:srgbClr val="53636C"/>
                </a:solidFill>
                <a:latin typeface="Arial"/>
                <a:ea typeface="Arial"/>
                <a:cs typeface="Arial"/>
              </a:defRPr>
            </a:pPr>
            <a:r>
              <a:rPr sz="1800" b="0">
                <a:solidFill>
                  <a:srgbClr val="53636C"/>
                </a:solidFill>
                <a:latin typeface="Arial"/>
                <a:ea typeface="Arial"/>
                <a:cs typeface="Arial"/>
              </a:rPr>
              <a:t>Same crop and mask</a:t>
            </a:r>
          </a:p>
          <a:p xmlns:a="http://schemas.openxmlformats.org/drawingml/2006/main">
            <a:pPr algn="l">
              <a:defRPr sz="1800" b="0">
                <a:solidFill>
                  <a:srgbClr val="53636C"/>
                </a:solidFill>
                <a:latin typeface="Arial"/>
                <a:ea typeface="Arial"/>
                <a:cs typeface="Arial"/>
              </a:defRPr>
            </a:pPr>
            <a:r>
              <a:rPr sz="1800" b="0">
                <a:solidFill>
                  <a:srgbClr val="53636C"/>
                </a:solidFill>
                <a:latin typeface="Arial"/>
                <a:ea typeface="Arial"/>
                <a:cs typeface="Arial"/>
              </a:rPr>
              <a:t>No scale fitting</a:t>
            </a:r>
          </a:p>
        </p:txBody>
      </p:sp>
      <p:sp>
        <p:nvSpPr>
          <p:cNvPr id="16" name="text">
            <a:extLst xmlns:a="http://schemas.openxmlformats.org/drawingml/2006/main">
              <a:ext uri="{FF2B5EF4-FFF2-40B4-BE49-F238E27FC236}">
                <a16:creationId xmlns:a16="http://schemas.microsoft.com/office/drawing/2014/main" id="{EE8D6043-ECF2-4735-97B1-1BB2F528ACF4}"/>
              </a:ext>
            </a:extLst>
          </p:cNvPr>
          <p:cNvSpPr>
            <a:spLocks xmlns:a="http://schemas.openxmlformats.org/drawingml/2006/main" noGrp="1"/>
          </p:cNvSpPr>
          <p:nvPr/>
        </p:nvSpPr>
        <p:spPr>
          <a:xfrm xmlns:a="http://schemas.openxmlformats.org/drawingml/2006/main">
            <a:off x="609600" y="547687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7F7B"/>
                </a:solidFill>
                <a:latin typeface="Arial"/>
                <a:ea typeface="Arial"/>
                <a:cs typeface="Arial"/>
              </a:defRPr>
            </a:defPPr>
            <a:lvl1pPr algn="l">
              <a:defRPr sz="2700" b="1">
                <a:solidFill>
                  <a:srgbClr val="007F7B"/>
                </a:solidFill>
                <a:latin typeface="Arial"/>
                <a:ea typeface="Arial"/>
                <a:cs typeface="Arial"/>
              </a:defRPr>
            </a:lvl1pPr>
            <a:lvl2pPr algn="l">
              <a:defRPr sz="2700" b="1">
                <a:solidFill>
                  <a:srgbClr val="007F7B"/>
                </a:solidFill>
                <a:latin typeface="Arial"/>
                <a:ea typeface="Arial"/>
                <a:cs typeface="Arial"/>
              </a:defRPr>
            </a:lvl2pPr>
            <a:lvl3pPr algn="l">
              <a:defRPr sz="2700" b="1">
                <a:solidFill>
                  <a:srgbClr val="007F7B"/>
                </a:solidFill>
                <a:latin typeface="Arial"/>
                <a:ea typeface="Arial"/>
                <a:cs typeface="Arial"/>
              </a:defRPr>
            </a:lvl3pPr>
            <a:lvl4pPr algn="l">
              <a:defRPr sz="2700" b="1">
                <a:solidFill>
                  <a:srgbClr val="007F7B"/>
                </a:solidFill>
                <a:latin typeface="Arial"/>
                <a:ea typeface="Arial"/>
                <a:cs typeface="Arial"/>
              </a:defRPr>
            </a:lvl4pPr>
            <a:lvl5pPr algn="l">
              <a:defRPr sz="2700" b="1">
                <a:solidFill>
                  <a:srgbClr val="007F7B"/>
                </a:solidFill>
                <a:latin typeface="Arial"/>
                <a:ea typeface="Arial"/>
                <a:cs typeface="Arial"/>
              </a:defRPr>
            </a:lvl5pPr>
            <a:lvl6pPr algn="l">
              <a:defRPr sz="2700" b="1">
                <a:solidFill>
                  <a:srgbClr val="007F7B"/>
                </a:solidFill>
                <a:latin typeface="Arial"/>
                <a:ea typeface="Arial"/>
                <a:cs typeface="Arial"/>
              </a:defRPr>
            </a:lvl6pPr>
            <a:lvl7pPr algn="l">
              <a:defRPr sz="2700" b="1">
                <a:solidFill>
                  <a:srgbClr val="007F7B"/>
                </a:solidFill>
                <a:latin typeface="Arial"/>
                <a:ea typeface="Arial"/>
                <a:cs typeface="Arial"/>
              </a:defRPr>
            </a:lvl7pPr>
            <a:lvl8pPr algn="l">
              <a:defRPr sz="2700" b="1">
                <a:solidFill>
                  <a:srgbClr val="007F7B"/>
                </a:solidFill>
                <a:latin typeface="Arial"/>
                <a:ea typeface="Arial"/>
                <a:cs typeface="Arial"/>
              </a:defRPr>
            </a:lvl8pPr>
            <a:lvl9pPr algn="l">
              <a:defRPr sz="2700" b="1">
                <a:solidFill>
                  <a:srgbClr val="007F7B"/>
                </a:solidFill>
                <a:latin typeface="Arial"/>
                <a:ea typeface="Arial"/>
                <a:cs typeface="Arial"/>
              </a:defRPr>
            </a:lvl9pPr>
          </a:lstStyle>
          <a:p xmlns:a="http://schemas.openxmlformats.org/drawingml/2006/main">
            <a:pPr algn="l">
              <a:defRPr sz="2700" b="1">
                <a:solidFill>
                  <a:srgbClr val="007F7B"/>
                </a:solidFill>
                <a:latin typeface="Arial"/>
                <a:ea typeface="Arial"/>
                <a:cs typeface="Arial"/>
              </a:defRPr>
            </a:pPr>
            <a:r>
              <a:rPr sz="2700" b="1">
                <a:solidFill>
                  <a:srgbClr val="007F7B"/>
                </a:solidFill>
                <a:latin typeface="Arial"/>
                <a:ea typeface="Arial"/>
                <a:cs typeface="Arial"/>
              </a:rPr>
              <a:t>1120 saved predictions</a:t>
            </a:r>
          </a:p>
        </p:txBody>
      </p:sp>
      <p:sp>
        <p:nvSpPr>
          <p:cNvPr id="17" name="text">
            <a:extLst xmlns:a="http://schemas.openxmlformats.org/drawingml/2006/main">
              <a:ext uri="{FF2B5EF4-FFF2-40B4-BE49-F238E27FC236}">
                <a16:creationId xmlns:a16="http://schemas.microsoft.com/office/drawing/2014/main" id="{8D21101D-63F3-44FD-9C95-F277B656DCCB}"/>
              </a:ext>
            </a:extLst>
          </p:cNvPr>
          <p:cNvSpPr>
            <a:spLocks xmlns:a="http://schemas.openxmlformats.org/drawingml/2006/main" noGrp="1"/>
          </p:cNvSpPr>
          <p:nvPr/>
        </p:nvSpPr>
        <p:spPr>
          <a:xfrm xmlns:a="http://schemas.openxmlformats.org/drawingml/2006/main">
            <a:off x="6705600" y="5581650"/>
            <a:ext cx="4876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C"/>
                </a:solidFill>
                <a:latin typeface="Arial"/>
                <a:ea typeface="Arial"/>
                <a:cs typeface="Arial"/>
              </a:defRPr>
            </a:defPPr>
            <a:lvl1pPr algn="l">
              <a:defRPr sz="1800" b="0">
                <a:solidFill>
                  <a:srgbClr val="53636C"/>
                </a:solidFill>
                <a:latin typeface="Arial"/>
                <a:ea typeface="Arial"/>
                <a:cs typeface="Arial"/>
              </a:defRPr>
            </a:lvl1pPr>
            <a:lvl2pPr algn="l">
              <a:defRPr sz="1800" b="0">
                <a:solidFill>
                  <a:srgbClr val="53636C"/>
                </a:solidFill>
                <a:latin typeface="Arial"/>
                <a:ea typeface="Arial"/>
                <a:cs typeface="Arial"/>
              </a:defRPr>
            </a:lvl2pPr>
            <a:lvl3pPr algn="l">
              <a:defRPr sz="1800" b="0">
                <a:solidFill>
                  <a:srgbClr val="53636C"/>
                </a:solidFill>
                <a:latin typeface="Arial"/>
                <a:ea typeface="Arial"/>
                <a:cs typeface="Arial"/>
              </a:defRPr>
            </a:lvl3pPr>
            <a:lvl4pPr algn="l">
              <a:defRPr sz="1800" b="0">
                <a:solidFill>
                  <a:srgbClr val="53636C"/>
                </a:solidFill>
                <a:latin typeface="Arial"/>
                <a:ea typeface="Arial"/>
                <a:cs typeface="Arial"/>
              </a:defRPr>
            </a:lvl4pPr>
            <a:lvl5pPr algn="l">
              <a:defRPr sz="1800" b="0">
                <a:solidFill>
                  <a:srgbClr val="53636C"/>
                </a:solidFill>
                <a:latin typeface="Arial"/>
                <a:ea typeface="Arial"/>
                <a:cs typeface="Arial"/>
              </a:defRPr>
            </a:lvl5pPr>
            <a:lvl6pPr algn="l">
              <a:defRPr sz="1800" b="0">
                <a:solidFill>
                  <a:srgbClr val="53636C"/>
                </a:solidFill>
                <a:latin typeface="Arial"/>
                <a:ea typeface="Arial"/>
                <a:cs typeface="Arial"/>
              </a:defRPr>
            </a:lvl6pPr>
            <a:lvl7pPr algn="l">
              <a:defRPr sz="1800" b="0">
                <a:solidFill>
                  <a:srgbClr val="53636C"/>
                </a:solidFill>
                <a:latin typeface="Arial"/>
                <a:ea typeface="Arial"/>
                <a:cs typeface="Arial"/>
              </a:defRPr>
            </a:lvl7pPr>
            <a:lvl8pPr algn="l">
              <a:defRPr sz="1800" b="0">
                <a:solidFill>
                  <a:srgbClr val="53636C"/>
                </a:solidFill>
                <a:latin typeface="Arial"/>
                <a:ea typeface="Arial"/>
                <a:cs typeface="Arial"/>
              </a:defRPr>
            </a:lvl8pPr>
            <a:lvl9pPr algn="l">
              <a:defRPr sz="1800" b="0">
                <a:solidFill>
                  <a:srgbClr val="53636C"/>
                </a:solidFill>
                <a:latin typeface="Arial"/>
                <a:ea typeface="Arial"/>
                <a:cs typeface="Arial"/>
              </a:defRPr>
            </a:lvl9pPr>
          </a:lstStyle>
          <a:p xmlns:a="http://schemas.openxmlformats.org/drawingml/2006/main">
            <a:pPr algn="l">
              <a:defRPr sz="1800" b="0">
                <a:solidFill>
                  <a:srgbClr val="53636C"/>
                </a:solidFill>
                <a:latin typeface="Arial"/>
                <a:ea typeface="Arial"/>
                <a:cs typeface="Arial"/>
              </a:defRPr>
            </a:pPr>
            <a:r>
              <a:rPr sz="1800" b="0">
                <a:solidFill>
                  <a:srgbClr val="53636C"/>
                </a:solidFill>
                <a:latin typeface="Arial"/>
                <a:ea typeface="Arial"/>
                <a:cs typeface="Arial"/>
              </a:rPr>
              <a:t>8 development images and 32 evaluation images</a:t>
            </a:r>
          </a:p>
        </p:txBody>
      </p:sp>
    </p:spTree>
    <p:extLst>
      <p:ext uri="{BB962C8B-B14F-4D97-AF65-F5344CB8AC3E}">
        <p14:creationId xmlns:p14="http://schemas.microsoft.com/office/powerpoint/2010/main" val="95457758"/>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5" name="text">
            <a:extLst xmlns:a="http://schemas.openxmlformats.org/drawingml/2006/main">
              <a:ext uri="{FF2B5EF4-FFF2-40B4-BE49-F238E27FC236}">
                <a16:creationId xmlns:a16="http://schemas.microsoft.com/office/drawing/2014/main" id="{81529F9E-CE20-4110-B237-C631E1C636ED}"/>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22C39"/>
                </a:solidFill>
                <a:latin typeface="Arial"/>
                <a:ea typeface="Arial"/>
                <a:cs typeface="Arial"/>
              </a:defRPr>
            </a:defPPr>
            <a:lvl1pPr algn="l">
              <a:defRPr sz="3225" b="1">
                <a:solidFill>
                  <a:srgbClr val="122C39"/>
                </a:solidFill>
                <a:latin typeface="Arial"/>
                <a:ea typeface="Arial"/>
                <a:cs typeface="Arial"/>
              </a:defRPr>
            </a:lvl1pPr>
            <a:lvl2pPr algn="l">
              <a:defRPr sz="3225" b="1">
                <a:solidFill>
                  <a:srgbClr val="122C39"/>
                </a:solidFill>
                <a:latin typeface="Arial"/>
                <a:ea typeface="Arial"/>
                <a:cs typeface="Arial"/>
              </a:defRPr>
            </a:lvl2pPr>
            <a:lvl3pPr algn="l">
              <a:defRPr sz="3225" b="1">
                <a:solidFill>
                  <a:srgbClr val="122C39"/>
                </a:solidFill>
                <a:latin typeface="Arial"/>
                <a:ea typeface="Arial"/>
                <a:cs typeface="Arial"/>
              </a:defRPr>
            </a:lvl3pPr>
            <a:lvl4pPr algn="l">
              <a:defRPr sz="3225" b="1">
                <a:solidFill>
                  <a:srgbClr val="122C39"/>
                </a:solidFill>
                <a:latin typeface="Arial"/>
                <a:ea typeface="Arial"/>
                <a:cs typeface="Arial"/>
              </a:defRPr>
            </a:lvl4pPr>
            <a:lvl5pPr algn="l">
              <a:defRPr sz="3225" b="1">
                <a:solidFill>
                  <a:srgbClr val="122C39"/>
                </a:solidFill>
                <a:latin typeface="Arial"/>
                <a:ea typeface="Arial"/>
                <a:cs typeface="Arial"/>
              </a:defRPr>
            </a:lvl5pPr>
            <a:lvl6pPr algn="l">
              <a:defRPr sz="3225" b="1">
                <a:solidFill>
                  <a:srgbClr val="122C39"/>
                </a:solidFill>
                <a:latin typeface="Arial"/>
                <a:ea typeface="Arial"/>
                <a:cs typeface="Arial"/>
              </a:defRPr>
            </a:lvl6pPr>
            <a:lvl7pPr algn="l">
              <a:defRPr sz="3225" b="1">
                <a:solidFill>
                  <a:srgbClr val="122C39"/>
                </a:solidFill>
                <a:latin typeface="Arial"/>
                <a:ea typeface="Arial"/>
                <a:cs typeface="Arial"/>
              </a:defRPr>
            </a:lvl7pPr>
            <a:lvl8pPr algn="l">
              <a:defRPr sz="3225" b="1">
                <a:solidFill>
                  <a:srgbClr val="122C39"/>
                </a:solidFill>
                <a:latin typeface="Arial"/>
                <a:ea typeface="Arial"/>
                <a:cs typeface="Arial"/>
              </a:defRPr>
            </a:lvl8pPr>
            <a:lvl9pPr algn="l">
              <a:defRPr sz="3225" b="1">
                <a:solidFill>
                  <a:srgbClr val="122C39"/>
                </a:solidFill>
                <a:latin typeface="Arial"/>
                <a:ea typeface="Arial"/>
                <a:cs typeface="Arial"/>
              </a:defRPr>
            </a:lvl9pPr>
          </a:lstStyle>
          <a:p xmlns:a="http://schemas.openxmlformats.org/drawingml/2006/main">
            <a:pPr algn="l">
              <a:defRPr sz="3225" b="1">
                <a:solidFill>
                  <a:srgbClr val="122C39"/>
                </a:solidFill>
                <a:latin typeface="Arial"/>
                <a:ea typeface="Arial"/>
                <a:cs typeface="Arial"/>
              </a:defRPr>
            </a:pPr>
            <a:r>
              <a:rPr sz="3225" b="1">
                <a:solidFill>
                  <a:srgbClr val="122C39"/>
                </a:solidFill>
                <a:latin typeface="Arial"/>
                <a:ea typeface="Arial"/>
                <a:cs typeface="Arial"/>
              </a:rPr>
              <a:t>Dataset and evaluation protocol</a:t>
            </a:r>
          </a:p>
        </p:txBody>
      </p:sp>
      <p:sp>
        <p:nvSpPr>
          <p:cNvPr id="2" name="text">
            <a:extLst xmlns:a="http://schemas.openxmlformats.org/drawingml/2006/main">
              <a:ext uri="{FF2B5EF4-FFF2-40B4-BE49-F238E27FC236}">
                <a16:creationId xmlns:a16="http://schemas.microsoft.com/office/drawing/2014/main" id="{4A6F38C3-A93E-43CB-9377-8C14FEE118D2}"/>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36C"/>
                </a:solidFill>
                <a:latin typeface="Arial"/>
                <a:ea typeface="Arial"/>
                <a:cs typeface="Arial"/>
              </a:defRPr>
            </a:defPPr>
            <a:lvl1pPr algn="r">
              <a:defRPr sz="1200" b="0">
                <a:solidFill>
                  <a:srgbClr val="53636C"/>
                </a:solidFill>
                <a:latin typeface="Arial"/>
                <a:ea typeface="Arial"/>
                <a:cs typeface="Arial"/>
              </a:defRPr>
            </a:lvl1pPr>
            <a:lvl2pPr algn="r">
              <a:defRPr sz="1200" b="0">
                <a:solidFill>
                  <a:srgbClr val="53636C"/>
                </a:solidFill>
                <a:latin typeface="Arial"/>
                <a:ea typeface="Arial"/>
                <a:cs typeface="Arial"/>
              </a:defRPr>
            </a:lvl2pPr>
            <a:lvl3pPr algn="r">
              <a:defRPr sz="1200" b="0">
                <a:solidFill>
                  <a:srgbClr val="53636C"/>
                </a:solidFill>
                <a:latin typeface="Arial"/>
                <a:ea typeface="Arial"/>
                <a:cs typeface="Arial"/>
              </a:defRPr>
            </a:lvl3pPr>
            <a:lvl4pPr algn="r">
              <a:defRPr sz="1200" b="0">
                <a:solidFill>
                  <a:srgbClr val="53636C"/>
                </a:solidFill>
                <a:latin typeface="Arial"/>
                <a:ea typeface="Arial"/>
                <a:cs typeface="Arial"/>
              </a:defRPr>
            </a:lvl4pPr>
            <a:lvl5pPr algn="r">
              <a:defRPr sz="1200" b="0">
                <a:solidFill>
                  <a:srgbClr val="53636C"/>
                </a:solidFill>
                <a:latin typeface="Arial"/>
                <a:ea typeface="Arial"/>
                <a:cs typeface="Arial"/>
              </a:defRPr>
            </a:lvl5pPr>
            <a:lvl6pPr algn="r">
              <a:defRPr sz="1200" b="0">
                <a:solidFill>
                  <a:srgbClr val="53636C"/>
                </a:solidFill>
                <a:latin typeface="Arial"/>
                <a:ea typeface="Arial"/>
                <a:cs typeface="Arial"/>
              </a:defRPr>
            </a:lvl6pPr>
            <a:lvl7pPr algn="r">
              <a:defRPr sz="1200" b="0">
                <a:solidFill>
                  <a:srgbClr val="53636C"/>
                </a:solidFill>
                <a:latin typeface="Arial"/>
                <a:ea typeface="Arial"/>
                <a:cs typeface="Arial"/>
              </a:defRPr>
            </a:lvl7pPr>
            <a:lvl8pPr algn="r">
              <a:defRPr sz="1200" b="0">
                <a:solidFill>
                  <a:srgbClr val="53636C"/>
                </a:solidFill>
                <a:latin typeface="Arial"/>
                <a:ea typeface="Arial"/>
                <a:cs typeface="Arial"/>
              </a:defRPr>
            </a:lvl8pPr>
            <a:lvl9pPr algn="r">
              <a:defRPr sz="1200" b="0">
                <a:solidFill>
                  <a:srgbClr val="53636C"/>
                </a:solidFill>
                <a:latin typeface="Arial"/>
                <a:ea typeface="Arial"/>
                <a:cs typeface="Arial"/>
              </a:defRPr>
            </a:lvl9pPr>
          </a:lstStyle>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E353347F-1D83-4BC0-ACB9-284FAAC1C44E}"/>
              </a:ext>
            </a:extLst>
          </p:cNvPr>
          <p:cNvGraphicFramePr/>
          <p:nvPr/>
        </p:nvGraphicFramePr>
        <p:xfrm>
          <a:off xmlns:a="http://schemas.openxmlformats.org/drawingml/2006/main" x="609600" y="1752600"/>
          <a:ext xmlns:a="http://schemas.openxmlformats.org/drawingml/2006/main" cx="10972800" cy="3714750"/>
        </p:xfrm>
        <a:graphic xmlns:a="http://schemas.openxmlformats.org/drawingml/2006/main">
          <a:graphicData uri="http://schemas.openxmlformats.org/drawingml/2006/table">
            <a:tbl>
              <a:tblPr firstRow="0" bandRow="0"/>
              <a:tblGrid>
                <a:gridCol w="2952750"/>
                <a:gridCol w="8020050"/>
              </a:tblGrid>
              <a:tr h="530679">
                <a:tc>
                  <a:txBody>
                    <a:bodyPr/>
                    <a:lstStyle/>
                    <a:p>
                      <a:r>
                        <a:rPr sz="1725" b="1">
                          <a:solidFill>
                            <a:srgbClr val="FFFFFF"/>
                          </a:solidFill>
                          <a:latin typeface="Arial"/>
                          <a:ea typeface="Arial"/>
                          <a:cs typeface="Arial"/>
                        </a:rPr>
                        <a:t>Setting</a:t>
                      </a:r>
                    </a:p>
                  </a:txBody>
                  <a:tcPr marL="114300" marR="114300" marT="133350" marB="114300" anchor="ctr">
                    <a:lnL w="5715">
                      <a:solidFill>
                        <a:srgbClr val="DFE4E3"/>
                      </a:solidFill>
                      <a:prstDash val="solid"/>
                    </a:lnL>
                    <a:lnR w="5715">
                      <a:solidFill>
                        <a:srgbClr val="DFE4E3"/>
                      </a:solidFill>
                      <a:prstDash val="solid"/>
                    </a:lnR>
                    <a:lnT w="5715">
                      <a:solidFill>
                        <a:srgbClr val="DFE4E3"/>
                      </a:solidFill>
                      <a:prstDash val="solid"/>
                    </a:lnT>
                    <a:lnB w="5715">
                      <a:solidFill>
                        <a:srgbClr val="DFE4E3"/>
                      </a:solidFill>
                      <a:prstDash val="solid"/>
                    </a:lnB>
                    <a:solidFill>
                      <a:srgbClr val="122C39"/>
                    </a:solidFill>
                  </a:tcPr>
                </a:tc>
                <a:tc>
                  <a:txBody>
                    <a:bodyPr/>
                    <a:lstStyle/>
                    <a:p>
                      <a:r>
                        <a:rPr sz="1725" b="1">
                          <a:solidFill>
                            <a:srgbClr val="FFFFFF"/>
                          </a:solidFill>
                          <a:latin typeface="Arial"/>
                          <a:ea typeface="Arial"/>
                          <a:cs typeface="Arial"/>
                        </a:rPr>
                        <a:t>Pilot configuration</a:t>
                      </a:r>
                    </a:p>
                  </a:txBody>
                  <a:tcPr marL="114300" marR="114300" marT="133350" marB="114300" anchor="ctr">
                    <a:lnR w="5715">
                      <a:solidFill>
                        <a:srgbClr val="DFE4E3"/>
                      </a:solidFill>
                      <a:prstDash val="solid"/>
                    </a:lnR>
                    <a:lnT w="5715">
                      <a:solidFill>
                        <a:srgbClr val="DFE4E3"/>
                      </a:solidFill>
                      <a:prstDash val="solid"/>
                    </a:lnT>
                    <a:lnB w="5715">
                      <a:solidFill>
                        <a:srgbClr val="DFE4E3"/>
                      </a:solidFill>
                      <a:prstDash val="solid"/>
                    </a:lnB>
                    <a:solidFill>
                      <a:srgbClr val="122C39"/>
                    </a:solidFill>
                  </a:tcPr>
                </a:tc>
              </a:tr>
              <a:tr h="530679">
                <a:tc>
                  <a:txBody>
                    <a:bodyPr/>
                    <a:lstStyle/>
                    <a:p>
                      <a:r>
                        <a:rPr sz="1725">
                          <a:solidFill>
                            <a:srgbClr val="122C39"/>
                          </a:solidFill>
                          <a:latin typeface="Arial"/>
                          <a:ea typeface="Arial"/>
                          <a:cs typeface="Arial"/>
                        </a:rPr>
                        <a:t>Data</a:t>
                      </a:r>
                    </a:p>
                  </a:txBody>
                  <a:tcPr marL="114300" marR="114300" marT="133350" marB="114300" anchor="ctr">
                    <a:lnL w="5715">
                      <a:solidFill>
                        <a:srgbClr val="DFE4E3"/>
                      </a:solidFill>
                      <a:prstDash val="solid"/>
                    </a:lnL>
                    <a:lnR w="5715">
                      <a:solidFill>
                        <a:srgbClr val="DFE4E3"/>
                      </a:solidFill>
                      <a:prstDash val="solid"/>
                    </a:lnR>
                    <a:lnB w="5715">
                      <a:solidFill>
                        <a:srgbClr val="DFE4E3"/>
                      </a:solidFill>
                      <a:prstDash val="solid"/>
                    </a:lnB>
                    <a:solidFill>
                      <a:srgbClr val="FAFAF7"/>
                    </a:solidFill>
                  </a:tcPr>
                </a:tc>
                <a:tc>
                  <a:txBody>
                    <a:bodyPr/>
                    <a:lstStyle/>
                    <a:p>
                      <a:r>
                        <a:rPr sz="1725">
                          <a:solidFill>
                            <a:srgbClr val="122C39"/>
                          </a:solidFill>
                          <a:latin typeface="Arial"/>
                          <a:ea typeface="Arial"/>
                          <a:cs typeface="Arial"/>
                        </a:rPr>
                        <a:t>NYU Depth V2 RGB and aligned reference depth</a:t>
                      </a:r>
                    </a:p>
                  </a:txBody>
                  <a:tcPr marL="114300" marR="114300" marT="133350" marB="114300" anchor="ctr">
                    <a:lnR w="5715">
                      <a:solidFill>
                        <a:srgbClr val="DFE4E3"/>
                      </a:solidFill>
                      <a:prstDash val="solid"/>
                    </a:lnR>
                    <a:lnB w="5715">
                      <a:solidFill>
                        <a:srgbClr val="DFE4E3"/>
                      </a:solidFill>
                      <a:prstDash val="solid"/>
                    </a:lnB>
                    <a:solidFill>
                      <a:srgbClr val="FAFAF7"/>
                    </a:solidFill>
                  </a:tcPr>
                </a:tc>
              </a:tr>
              <a:tr h="530679">
                <a:tc>
                  <a:txBody>
                    <a:bodyPr/>
                    <a:lstStyle/>
                    <a:p>
                      <a:r>
                        <a:rPr sz="1725">
                          <a:solidFill>
                            <a:srgbClr val="122C39"/>
                          </a:solidFill>
                          <a:latin typeface="Arial"/>
                          <a:ea typeface="Arial"/>
                          <a:cs typeface="Arial"/>
                        </a:rPr>
                        <a:t>Evaluation subset</a:t>
                      </a:r>
                    </a:p>
                  </a:txBody>
                  <a:tcPr marL="114300" marR="114300" marT="133350" marB="114300" anchor="ctr">
                    <a:lnL w="5715">
                      <a:solidFill>
                        <a:srgbClr val="DFE4E3"/>
                      </a:solidFill>
                      <a:prstDash val="solid"/>
                    </a:lnL>
                    <a:lnR w="5715">
                      <a:solidFill>
                        <a:srgbClr val="DFE4E3"/>
                      </a:solidFill>
                      <a:prstDash val="solid"/>
                    </a:lnR>
                    <a:lnB w="5715">
                      <a:solidFill>
                        <a:srgbClr val="DFE4E3"/>
                      </a:solidFill>
                      <a:prstDash val="solid"/>
                    </a:lnB>
                    <a:solidFill>
                      <a:srgbClr val="FAFAF7"/>
                    </a:solidFill>
                  </a:tcPr>
                </a:tc>
                <a:tc>
                  <a:txBody>
                    <a:bodyPr/>
                    <a:lstStyle/>
                    <a:p>
                      <a:r>
                        <a:rPr sz="1725">
                          <a:solidFill>
                            <a:srgbClr val="122C39"/>
                          </a:solidFill>
                          <a:latin typeface="Arial"/>
                          <a:ea typeface="Arial"/>
                          <a:cs typeface="Arial"/>
                        </a:rPr>
                        <a:t>32 scenes, one image each; 8 separate development scenes</a:t>
                      </a:r>
                    </a:p>
                  </a:txBody>
                  <a:tcPr marL="114300" marR="114300" marT="133350" marB="114300" anchor="ctr">
                    <a:lnR w="5715">
                      <a:solidFill>
                        <a:srgbClr val="DFE4E3"/>
                      </a:solidFill>
                      <a:prstDash val="solid"/>
                    </a:lnR>
                    <a:lnB w="5715">
                      <a:solidFill>
                        <a:srgbClr val="DFE4E3"/>
                      </a:solidFill>
                      <a:prstDash val="solid"/>
                    </a:lnB>
                    <a:solidFill>
                      <a:srgbClr val="FAFAF7"/>
                    </a:solidFill>
                  </a:tcPr>
                </a:tc>
              </a:tr>
              <a:tr h="530679">
                <a:tc>
                  <a:txBody>
                    <a:bodyPr/>
                    <a:lstStyle/>
                    <a:p>
                      <a:r>
                        <a:rPr sz="1725">
                          <a:solidFill>
                            <a:srgbClr val="122C39"/>
                          </a:solidFill>
                          <a:latin typeface="Arial"/>
                          <a:ea typeface="Arial"/>
                          <a:cs typeface="Arial"/>
                        </a:rPr>
                        <a:t>Network input</a:t>
                      </a:r>
                    </a:p>
                  </a:txBody>
                  <a:tcPr marL="114300" marR="114300" marT="133350" marB="114300" anchor="ctr">
                    <a:lnL w="5715">
                      <a:solidFill>
                        <a:srgbClr val="DFE4E3"/>
                      </a:solidFill>
                      <a:prstDash val="solid"/>
                    </a:lnL>
                    <a:lnR w="5715">
                      <a:solidFill>
                        <a:srgbClr val="DFE4E3"/>
                      </a:solidFill>
                      <a:prstDash val="solid"/>
                    </a:lnR>
                    <a:lnB w="5715">
                      <a:solidFill>
                        <a:srgbClr val="DFE4E3"/>
                      </a:solidFill>
                      <a:prstDash val="solid"/>
                    </a:lnB>
                    <a:solidFill>
                      <a:srgbClr val="FAFAF7"/>
                    </a:solidFill>
                  </a:tcPr>
                </a:tc>
                <a:tc>
                  <a:txBody>
                    <a:bodyPr/>
                    <a:lstStyle/>
                    <a:p>
                      <a:r>
                        <a:rPr sz="1725">
                          <a:solidFill>
                            <a:srgbClr val="122C39"/>
                          </a:solidFill>
                          <a:latin typeface="Arial"/>
                          <a:ea typeface="Arial"/>
                          <a:cs typeface="Arial"/>
                        </a:rPr>
                        <a:t>518 pixel inference setting, aspect ratio preserved</a:t>
                      </a:r>
                    </a:p>
                  </a:txBody>
                  <a:tcPr marL="114300" marR="114300" marT="133350" marB="114300" anchor="ctr">
                    <a:lnR w="5715">
                      <a:solidFill>
                        <a:srgbClr val="DFE4E3"/>
                      </a:solidFill>
                      <a:prstDash val="solid"/>
                    </a:lnR>
                    <a:lnB w="5715">
                      <a:solidFill>
                        <a:srgbClr val="DFE4E3"/>
                      </a:solidFill>
                      <a:prstDash val="solid"/>
                    </a:lnB>
                    <a:solidFill>
                      <a:srgbClr val="FAFAF7"/>
                    </a:solidFill>
                  </a:tcPr>
                </a:tc>
              </a:tr>
              <a:tr h="530679">
                <a:tc>
                  <a:txBody>
                    <a:bodyPr/>
                    <a:lstStyle/>
                    <a:p>
                      <a:r>
                        <a:rPr sz="1725">
                          <a:solidFill>
                            <a:srgbClr val="122C39"/>
                          </a:solidFill>
                          <a:latin typeface="Arial"/>
                          <a:ea typeface="Arial"/>
                          <a:cs typeface="Arial"/>
                        </a:rPr>
                        <a:t>Depth evaluation</a:t>
                      </a:r>
                    </a:p>
                  </a:txBody>
                  <a:tcPr marL="114300" marR="114300" marT="133350" marB="114300" anchor="ctr">
                    <a:lnL w="5715">
                      <a:solidFill>
                        <a:srgbClr val="DFE4E3"/>
                      </a:solidFill>
                      <a:prstDash val="solid"/>
                    </a:lnL>
                    <a:lnR w="5715">
                      <a:solidFill>
                        <a:srgbClr val="DFE4E3"/>
                      </a:solidFill>
                      <a:prstDash val="solid"/>
                    </a:lnR>
                    <a:lnB w="5715">
                      <a:solidFill>
                        <a:srgbClr val="DFE4E3"/>
                      </a:solidFill>
                      <a:prstDash val="solid"/>
                    </a:lnB>
                    <a:solidFill>
                      <a:srgbClr val="FAFAF7"/>
                    </a:solidFill>
                  </a:tcPr>
                </a:tc>
                <a:tc>
                  <a:txBody>
                    <a:bodyPr/>
                    <a:lstStyle/>
                    <a:p>
                      <a:r>
                        <a:rPr sz="1725">
                          <a:solidFill>
                            <a:srgbClr val="122C39"/>
                          </a:solidFill>
                          <a:latin typeface="Arial"/>
                          <a:ea typeface="Arial"/>
                          <a:cs typeface="Arial"/>
                        </a:rPr>
                        <a:t>Valid reference depth 0.1-10 m, predictions clipped to this range</a:t>
                      </a:r>
                    </a:p>
                  </a:txBody>
                  <a:tcPr marL="114300" marR="114300" marT="133350" marB="114300" anchor="ctr">
                    <a:lnR w="5715">
                      <a:solidFill>
                        <a:srgbClr val="DFE4E3"/>
                      </a:solidFill>
                      <a:prstDash val="solid"/>
                    </a:lnR>
                    <a:lnB w="5715">
                      <a:solidFill>
                        <a:srgbClr val="DFE4E3"/>
                      </a:solidFill>
                      <a:prstDash val="solid"/>
                    </a:lnB>
                    <a:solidFill>
                      <a:srgbClr val="FAFAF7"/>
                    </a:solidFill>
                  </a:tcPr>
                </a:tc>
              </a:tr>
              <a:tr h="530679">
                <a:tc>
                  <a:txBody>
                    <a:bodyPr/>
                    <a:lstStyle/>
                    <a:p>
                      <a:r>
                        <a:rPr sz="1725">
                          <a:solidFill>
                            <a:srgbClr val="122C39"/>
                          </a:solidFill>
                          <a:latin typeface="Arial"/>
                          <a:ea typeface="Arial"/>
                          <a:cs typeface="Arial"/>
                        </a:rPr>
                        <a:t>Image crop</a:t>
                      </a:r>
                    </a:p>
                  </a:txBody>
                  <a:tcPr marL="114300" marR="114300" marT="133350" marB="114300" anchor="ctr">
                    <a:lnL w="5715">
                      <a:solidFill>
                        <a:srgbClr val="DFE4E3"/>
                      </a:solidFill>
                      <a:prstDash val="solid"/>
                    </a:lnL>
                    <a:lnR w="5715">
                      <a:solidFill>
                        <a:srgbClr val="DFE4E3"/>
                      </a:solidFill>
                      <a:prstDash val="solid"/>
                    </a:lnR>
                    <a:lnB w="5715">
                      <a:solidFill>
                        <a:srgbClr val="DFE4E3"/>
                      </a:solidFill>
                      <a:prstDash val="solid"/>
                    </a:lnB>
                    <a:solidFill>
                      <a:srgbClr val="FAFAF7"/>
                    </a:solidFill>
                  </a:tcPr>
                </a:tc>
                <a:tc>
                  <a:txBody>
                    <a:bodyPr/>
                    <a:lstStyle/>
                    <a:p>
                      <a:r>
                        <a:rPr sz="1725">
                          <a:solidFill>
                            <a:srgbClr val="122C39"/>
                          </a:solidFill>
                          <a:latin typeface="Arial"/>
                          <a:ea typeface="Arial"/>
                          <a:cs typeface="Arial"/>
                        </a:rPr>
                        <a:t>Rows 45:471, columns 41:601 at 480 x 640</a:t>
                      </a:r>
                    </a:p>
                  </a:txBody>
                  <a:tcPr marL="114300" marR="114300" marT="133350" marB="114300" anchor="ctr">
                    <a:lnR w="5715">
                      <a:solidFill>
                        <a:srgbClr val="DFE4E3"/>
                      </a:solidFill>
                      <a:prstDash val="solid"/>
                    </a:lnR>
                    <a:lnB w="5715">
                      <a:solidFill>
                        <a:srgbClr val="DFE4E3"/>
                      </a:solidFill>
                      <a:prstDash val="solid"/>
                    </a:lnB>
                    <a:solidFill>
                      <a:srgbClr val="FAFAF7"/>
                    </a:solidFill>
                  </a:tcPr>
                </a:tc>
              </a:tr>
              <a:tr h="530679">
                <a:tc>
                  <a:txBody>
                    <a:bodyPr/>
                    <a:lstStyle/>
                    <a:p>
                      <a:r>
                        <a:rPr sz="1725">
                          <a:solidFill>
                            <a:srgbClr val="122C39"/>
                          </a:solidFill>
                          <a:latin typeface="Arial"/>
                          <a:ea typeface="Arial"/>
                          <a:cs typeface="Arial"/>
                        </a:rPr>
                        <a:t>Aggregation</a:t>
                      </a:r>
                    </a:p>
                  </a:txBody>
                  <a:tcPr marL="114300" marR="114300" marT="133350" marB="114300" anchor="ctr">
                    <a:lnL w="5715">
                      <a:solidFill>
                        <a:srgbClr val="DFE4E3"/>
                      </a:solidFill>
                      <a:prstDash val="solid"/>
                    </a:lnL>
                    <a:lnR w="5715">
                      <a:solidFill>
                        <a:srgbClr val="DFE4E3"/>
                      </a:solidFill>
                      <a:prstDash val="solid"/>
                    </a:lnR>
                    <a:lnB w="5715">
                      <a:solidFill>
                        <a:srgbClr val="DFE4E3"/>
                      </a:solidFill>
                      <a:prstDash val="solid"/>
                    </a:lnB>
                    <a:solidFill>
                      <a:srgbClr val="FAFAF7"/>
                    </a:solidFill>
                  </a:tcPr>
                </a:tc>
                <a:tc>
                  <a:txBody>
                    <a:bodyPr/>
                    <a:lstStyle/>
                    <a:p>
                      <a:r>
                        <a:rPr sz="1725">
                          <a:solidFill>
                            <a:srgbClr val="122C39"/>
                          </a:solidFill>
                          <a:latin typeface="Arial"/>
                          <a:ea typeface="Arial"/>
                          <a:cs typeface="Arial"/>
                        </a:rPr>
                        <a:t>Mean of per-image scores, six casts equally weighted</a:t>
                      </a:r>
                    </a:p>
                  </a:txBody>
                  <a:tcPr marL="114300" marR="114300" marT="133350" marB="114300" anchor="ctr">
                    <a:lnR w="5715">
                      <a:solidFill>
                        <a:srgbClr val="DFE4E3"/>
                      </a:solidFill>
                      <a:prstDash val="solid"/>
                    </a:lnR>
                    <a:lnB w="5715">
                      <a:solidFill>
                        <a:srgbClr val="DFE4E3"/>
                      </a:solidFill>
                      <a:prstDash val="solid"/>
                    </a:lnB>
                    <a:solidFill>
                      <a:srgbClr val="FAFAF7"/>
                    </a:solidFill>
                  </a:tcPr>
                </a:tc>
              </a:tr>
            </a:tbl>
          </a:graphicData>
        </a:graphic>
      </p:graphicFrame>
      <p:sp>
        <p:nvSpPr>
          <p:cNvPr id="4" name="text">
            <a:extLst xmlns:a="http://schemas.openxmlformats.org/drawingml/2006/main">
              <a:ext uri="{FF2B5EF4-FFF2-40B4-BE49-F238E27FC236}">
                <a16:creationId xmlns:a16="http://schemas.microsoft.com/office/drawing/2014/main" id="{C9FE8BA0-C778-4AAB-92D0-F516E5D5D309}"/>
              </a:ext>
            </a:extLst>
          </p:cNvPr>
          <p:cNvSpPr>
            <a:spLocks xmlns:a="http://schemas.openxmlformats.org/drawingml/2006/main" noGrp="1"/>
          </p:cNvSpPr>
          <p:nvPr/>
        </p:nvSpPr>
        <p:spPr>
          <a:xfrm xmlns:a="http://schemas.openxmlformats.org/drawingml/2006/main">
            <a:off x="609600" y="59436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36C"/>
                </a:solidFill>
                <a:latin typeface="Arial"/>
                <a:ea typeface="Arial"/>
                <a:cs typeface="Arial"/>
              </a:defRPr>
            </a:defPPr>
            <a:lvl1pPr algn="l">
              <a:defRPr sz="1725" b="0">
                <a:solidFill>
                  <a:srgbClr val="53636C"/>
                </a:solidFill>
                <a:latin typeface="Arial"/>
                <a:ea typeface="Arial"/>
                <a:cs typeface="Arial"/>
              </a:defRPr>
            </a:lvl1pPr>
            <a:lvl2pPr algn="l">
              <a:defRPr sz="1725" b="0">
                <a:solidFill>
                  <a:srgbClr val="53636C"/>
                </a:solidFill>
                <a:latin typeface="Arial"/>
                <a:ea typeface="Arial"/>
                <a:cs typeface="Arial"/>
              </a:defRPr>
            </a:lvl2pPr>
            <a:lvl3pPr algn="l">
              <a:defRPr sz="1725" b="0">
                <a:solidFill>
                  <a:srgbClr val="53636C"/>
                </a:solidFill>
                <a:latin typeface="Arial"/>
                <a:ea typeface="Arial"/>
                <a:cs typeface="Arial"/>
              </a:defRPr>
            </a:lvl3pPr>
            <a:lvl4pPr algn="l">
              <a:defRPr sz="1725" b="0">
                <a:solidFill>
                  <a:srgbClr val="53636C"/>
                </a:solidFill>
                <a:latin typeface="Arial"/>
                <a:ea typeface="Arial"/>
                <a:cs typeface="Arial"/>
              </a:defRPr>
            </a:lvl4pPr>
            <a:lvl5pPr algn="l">
              <a:defRPr sz="1725" b="0">
                <a:solidFill>
                  <a:srgbClr val="53636C"/>
                </a:solidFill>
                <a:latin typeface="Arial"/>
                <a:ea typeface="Arial"/>
                <a:cs typeface="Arial"/>
              </a:defRPr>
            </a:lvl5pPr>
            <a:lvl6pPr algn="l">
              <a:defRPr sz="1725" b="0">
                <a:solidFill>
                  <a:srgbClr val="53636C"/>
                </a:solidFill>
                <a:latin typeface="Arial"/>
                <a:ea typeface="Arial"/>
                <a:cs typeface="Arial"/>
              </a:defRPr>
            </a:lvl6pPr>
            <a:lvl7pPr algn="l">
              <a:defRPr sz="1725" b="0">
                <a:solidFill>
                  <a:srgbClr val="53636C"/>
                </a:solidFill>
                <a:latin typeface="Arial"/>
                <a:ea typeface="Arial"/>
                <a:cs typeface="Arial"/>
              </a:defRPr>
            </a:lvl7pPr>
            <a:lvl8pPr algn="l">
              <a:defRPr sz="1725" b="0">
                <a:solidFill>
                  <a:srgbClr val="53636C"/>
                </a:solidFill>
                <a:latin typeface="Arial"/>
                <a:ea typeface="Arial"/>
                <a:cs typeface="Arial"/>
              </a:defRPr>
            </a:lvl8pPr>
            <a:lvl9pPr algn="l">
              <a:defRPr sz="1725" b="0">
                <a:solidFill>
                  <a:srgbClr val="53636C"/>
                </a:solidFill>
                <a:latin typeface="Arial"/>
                <a:ea typeface="Arial"/>
                <a:cs typeface="Arial"/>
              </a:defRPr>
            </a:lvl9pPr>
          </a:lstStyle>
          <a:p xmlns:a="http://schemas.openxmlformats.org/drawingml/2006/main">
            <a:pPr algn="l">
              <a:defRPr sz="1725" b="0">
                <a:solidFill>
                  <a:srgbClr val="53636C"/>
                </a:solidFill>
                <a:latin typeface="Arial"/>
                <a:ea typeface="Arial"/>
                <a:cs typeface="Arial"/>
              </a:defRPr>
            </a:pPr>
            <a:r>
              <a:rPr sz="1725" b="0">
                <a:solidFill>
                  <a:srgbClr val="53636C"/>
                </a:solidFill>
                <a:latin typeface="Arial"/>
                <a:ea typeface="Arial"/>
                <a:cs typeface="Arial"/>
              </a:rPr>
              <a:t>Fixed methods and gains. No parameter fitting to evaluation reference depth.</a:t>
            </a:r>
          </a:p>
        </p:txBody>
      </p:sp>
    </p:spTree>
    <p:extLst>
      <p:ext uri="{BB962C8B-B14F-4D97-AF65-F5344CB8AC3E}">
        <p14:creationId xmlns:p14="http://schemas.microsoft.com/office/powerpoint/2010/main" val="741594049"/>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39E15329-B91F-4BB9-8739-DC8B4D0A95B2}"/>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22C39"/>
                </a:solidFill>
                <a:latin typeface="Arial"/>
                <a:ea typeface="Arial"/>
                <a:cs typeface="Arial"/>
              </a:defRPr>
            </a:defPPr>
            <a:lvl1pPr algn="l">
              <a:defRPr sz="3225" b="1">
                <a:solidFill>
                  <a:srgbClr val="122C39"/>
                </a:solidFill>
                <a:latin typeface="Arial"/>
                <a:ea typeface="Arial"/>
                <a:cs typeface="Arial"/>
              </a:defRPr>
            </a:lvl1pPr>
            <a:lvl2pPr algn="l">
              <a:defRPr sz="3225" b="1">
                <a:solidFill>
                  <a:srgbClr val="122C39"/>
                </a:solidFill>
                <a:latin typeface="Arial"/>
                <a:ea typeface="Arial"/>
                <a:cs typeface="Arial"/>
              </a:defRPr>
            </a:lvl2pPr>
            <a:lvl3pPr algn="l">
              <a:defRPr sz="3225" b="1">
                <a:solidFill>
                  <a:srgbClr val="122C39"/>
                </a:solidFill>
                <a:latin typeface="Arial"/>
                <a:ea typeface="Arial"/>
                <a:cs typeface="Arial"/>
              </a:defRPr>
            </a:lvl3pPr>
            <a:lvl4pPr algn="l">
              <a:defRPr sz="3225" b="1">
                <a:solidFill>
                  <a:srgbClr val="122C39"/>
                </a:solidFill>
                <a:latin typeface="Arial"/>
                <a:ea typeface="Arial"/>
                <a:cs typeface="Arial"/>
              </a:defRPr>
            </a:lvl4pPr>
            <a:lvl5pPr algn="l">
              <a:defRPr sz="3225" b="1">
                <a:solidFill>
                  <a:srgbClr val="122C39"/>
                </a:solidFill>
                <a:latin typeface="Arial"/>
                <a:ea typeface="Arial"/>
                <a:cs typeface="Arial"/>
              </a:defRPr>
            </a:lvl5pPr>
            <a:lvl6pPr algn="l">
              <a:defRPr sz="3225" b="1">
                <a:solidFill>
                  <a:srgbClr val="122C39"/>
                </a:solidFill>
                <a:latin typeface="Arial"/>
                <a:ea typeface="Arial"/>
                <a:cs typeface="Arial"/>
              </a:defRPr>
            </a:lvl6pPr>
            <a:lvl7pPr algn="l">
              <a:defRPr sz="3225" b="1">
                <a:solidFill>
                  <a:srgbClr val="122C39"/>
                </a:solidFill>
                <a:latin typeface="Arial"/>
                <a:ea typeface="Arial"/>
                <a:cs typeface="Arial"/>
              </a:defRPr>
            </a:lvl7pPr>
            <a:lvl8pPr algn="l">
              <a:defRPr sz="3225" b="1">
                <a:solidFill>
                  <a:srgbClr val="122C39"/>
                </a:solidFill>
                <a:latin typeface="Arial"/>
                <a:ea typeface="Arial"/>
                <a:cs typeface="Arial"/>
              </a:defRPr>
            </a:lvl8pPr>
            <a:lvl9pPr algn="l">
              <a:defRPr sz="3225" b="1">
                <a:solidFill>
                  <a:srgbClr val="122C39"/>
                </a:solidFill>
                <a:latin typeface="Arial"/>
                <a:ea typeface="Arial"/>
                <a:cs typeface="Arial"/>
              </a:defRPr>
            </a:lvl9pPr>
          </a:lstStyle>
          <a:p xmlns:a="http://schemas.openxmlformats.org/drawingml/2006/main">
            <a:pPr algn="l">
              <a:defRPr sz="3225" b="1">
                <a:solidFill>
                  <a:srgbClr val="122C39"/>
                </a:solidFill>
                <a:latin typeface="Arial"/>
                <a:ea typeface="Arial"/>
                <a:cs typeface="Arial"/>
              </a:defRPr>
            </a:pPr>
            <a:r>
              <a:rPr sz="3225" b="1">
                <a:solidFill>
                  <a:srgbClr val="122C39"/>
                </a:solidFill>
                <a:latin typeface="Arial"/>
                <a:ea typeface="Arial"/>
                <a:cs typeface="Arial"/>
              </a:rPr>
              <a:t>Color correction baselines</a:t>
            </a:r>
          </a:p>
        </p:txBody>
      </p:sp>
      <p:sp>
        <p:nvSpPr>
          <p:cNvPr id="2" name="text">
            <a:extLst xmlns:a="http://schemas.openxmlformats.org/drawingml/2006/main">
              <a:ext uri="{FF2B5EF4-FFF2-40B4-BE49-F238E27FC236}">
                <a16:creationId xmlns:a16="http://schemas.microsoft.com/office/drawing/2014/main" id="{09614F1A-179E-4B67-8397-C55CF6A9D1E0}"/>
              </a:ext>
            </a:extLst>
          </p:cNvPr>
          <p:cNvSpPr>
            <a:spLocks xmlns:a="http://schemas.openxmlformats.org/drawingml/2006/main" noGrp="1"/>
          </p:cNvSpPr>
          <p:nvPr/>
        </p:nvSpPr>
        <p:spPr>
          <a:xfrm xmlns:a="http://schemas.openxmlformats.org/drawingml/2006/main">
            <a:off x="609600" y="14573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36C"/>
                </a:solidFill>
                <a:latin typeface="Arial"/>
                <a:ea typeface="Arial"/>
                <a:cs typeface="Arial"/>
              </a:defRPr>
            </a:defPPr>
            <a:lvl1pPr algn="l">
              <a:defRPr sz="1650" b="0">
                <a:solidFill>
                  <a:srgbClr val="53636C"/>
                </a:solidFill>
                <a:latin typeface="Arial"/>
                <a:ea typeface="Arial"/>
                <a:cs typeface="Arial"/>
              </a:defRPr>
            </a:lvl1pPr>
            <a:lvl2pPr algn="l">
              <a:defRPr sz="1650" b="0">
                <a:solidFill>
                  <a:srgbClr val="53636C"/>
                </a:solidFill>
                <a:latin typeface="Arial"/>
                <a:ea typeface="Arial"/>
                <a:cs typeface="Arial"/>
              </a:defRPr>
            </a:lvl2pPr>
            <a:lvl3pPr algn="l">
              <a:defRPr sz="1650" b="0">
                <a:solidFill>
                  <a:srgbClr val="53636C"/>
                </a:solidFill>
                <a:latin typeface="Arial"/>
                <a:ea typeface="Arial"/>
                <a:cs typeface="Arial"/>
              </a:defRPr>
            </a:lvl3pPr>
            <a:lvl4pPr algn="l">
              <a:defRPr sz="1650" b="0">
                <a:solidFill>
                  <a:srgbClr val="53636C"/>
                </a:solidFill>
                <a:latin typeface="Arial"/>
                <a:ea typeface="Arial"/>
                <a:cs typeface="Arial"/>
              </a:defRPr>
            </a:lvl4pPr>
            <a:lvl5pPr algn="l">
              <a:defRPr sz="1650" b="0">
                <a:solidFill>
                  <a:srgbClr val="53636C"/>
                </a:solidFill>
                <a:latin typeface="Arial"/>
                <a:ea typeface="Arial"/>
                <a:cs typeface="Arial"/>
              </a:defRPr>
            </a:lvl5pPr>
            <a:lvl6pPr algn="l">
              <a:defRPr sz="1650" b="0">
                <a:solidFill>
                  <a:srgbClr val="53636C"/>
                </a:solidFill>
                <a:latin typeface="Arial"/>
                <a:ea typeface="Arial"/>
                <a:cs typeface="Arial"/>
              </a:defRPr>
            </a:lvl6pPr>
            <a:lvl7pPr algn="l">
              <a:defRPr sz="1650" b="0">
                <a:solidFill>
                  <a:srgbClr val="53636C"/>
                </a:solidFill>
                <a:latin typeface="Arial"/>
                <a:ea typeface="Arial"/>
                <a:cs typeface="Arial"/>
              </a:defRPr>
            </a:lvl7pPr>
            <a:lvl8pPr algn="l">
              <a:defRPr sz="1650" b="0">
                <a:solidFill>
                  <a:srgbClr val="53636C"/>
                </a:solidFill>
                <a:latin typeface="Arial"/>
                <a:ea typeface="Arial"/>
                <a:cs typeface="Arial"/>
              </a:defRPr>
            </a:lvl8pPr>
            <a:lvl9pPr algn="l">
              <a:defRPr sz="1650" b="0">
                <a:solidFill>
                  <a:srgbClr val="53636C"/>
                </a:solidFill>
                <a:latin typeface="Arial"/>
                <a:ea typeface="Arial"/>
                <a:cs typeface="Arial"/>
              </a:defRPr>
            </a:lvl9pPr>
          </a:lstStyle>
          <a:p xmlns:a="http://schemas.openxmlformats.org/drawingml/2006/main">
            <a:pPr algn="l">
              <a:defRPr sz="1650" b="0">
                <a:solidFill>
                  <a:srgbClr val="53636C"/>
                </a:solidFill>
                <a:latin typeface="Arial"/>
                <a:ea typeface="Arial"/>
                <a:cs typeface="Arial"/>
              </a:defRPr>
            </a:pPr>
            <a:r>
              <a:rPr sz="1650" b="0">
                <a:solidFill>
                  <a:srgbClr val="53636C"/>
                </a:solidFill>
                <a:latin typeface="Arial"/>
                <a:ea typeface="Arial"/>
                <a:cs typeface="Arial"/>
              </a:rPr>
              <a:t>All transformations operate in linear RGB</a:t>
            </a:r>
          </a:p>
        </p:txBody>
      </p:sp>
      <p:sp>
        <p:nvSpPr>
          <p:cNvPr id="3" name="text">
            <a:extLst xmlns:a="http://schemas.openxmlformats.org/drawingml/2006/main">
              <a:ext uri="{FF2B5EF4-FFF2-40B4-BE49-F238E27FC236}">
                <a16:creationId xmlns:a16="http://schemas.microsoft.com/office/drawing/2014/main" id="{CD9D48FE-153A-4842-B9ED-293F6E57B4E4}"/>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36C"/>
                </a:solidFill>
                <a:latin typeface="Arial"/>
                <a:ea typeface="Arial"/>
                <a:cs typeface="Arial"/>
              </a:defRPr>
            </a:defPPr>
            <a:lvl1pPr algn="r">
              <a:defRPr sz="1200" b="0">
                <a:solidFill>
                  <a:srgbClr val="53636C"/>
                </a:solidFill>
                <a:latin typeface="Arial"/>
                <a:ea typeface="Arial"/>
                <a:cs typeface="Arial"/>
              </a:defRPr>
            </a:lvl1pPr>
            <a:lvl2pPr algn="r">
              <a:defRPr sz="1200" b="0">
                <a:solidFill>
                  <a:srgbClr val="53636C"/>
                </a:solidFill>
                <a:latin typeface="Arial"/>
                <a:ea typeface="Arial"/>
                <a:cs typeface="Arial"/>
              </a:defRPr>
            </a:lvl2pPr>
            <a:lvl3pPr algn="r">
              <a:defRPr sz="1200" b="0">
                <a:solidFill>
                  <a:srgbClr val="53636C"/>
                </a:solidFill>
                <a:latin typeface="Arial"/>
                <a:ea typeface="Arial"/>
                <a:cs typeface="Arial"/>
              </a:defRPr>
            </a:lvl3pPr>
            <a:lvl4pPr algn="r">
              <a:defRPr sz="1200" b="0">
                <a:solidFill>
                  <a:srgbClr val="53636C"/>
                </a:solidFill>
                <a:latin typeface="Arial"/>
                <a:ea typeface="Arial"/>
                <a:cs typeface="Arial"/>
              </a:defRPr>
            </a:lvl4pPr>
            <a:lvl5pPr algn="r">
              <a:defRPr sz="1200" b="0">
                <a:solidFill>
                  <a:srgbClr val="53636C"/>
                </a:solidFill>
                <a:latin typeface="Arial"/>
                <a:ea typeface="Arial"/>
                <a:cs typeface="Arial"/>
              </a:defRPr>
            </a:lvl5pPr>
            <a:lvl6pPr algn="r">
              <a:defRPr sz="1200" b="0">
                <a:solidFill>
                  <a:srgbClr val="53636C"/>
                </a:solidFill>
                <a:latin typeface="Arial"/>
                <a:ea typeface="Arial"/>
                <a:cs typeface="Arial"/>
              </a:defRPr>
            </a:lvl6pPr>
            <a:lvl7pPr algn="r">
              <a:defRPr sz="1200" b="0">
                <a:solidFill>
                  <a:srgbClr val="53636C"/>
                </a:solidFill>
                <a:latin typeface="Arial"/>
                <a:ea typeface="Arial"/>
                <a:cs typeface="Arial"/>
              </a:defRPr>
            </a:lvl7pPr>
            <a:lvl8pPr algn="r">
              <a:defRPr sz="1200" b="0">
                <a:solidFill>
                  <a:srgbClr val="53636C"/>
                </a:solidFill>
                <a:latin typeface="Arial"/>
                <a:ea typeface="Arial"/>
                <a:cs typeface="Arial"/>
              </a:defRPr>
            </a:lvl8pPr>
            <a:lvl9pPr algn="r">
              <a:defRPr sz="1200" b="0">
                <a:solidFill>
                  <a:srgbClr val="53636C"/>
                </a:solidFill>
                <a:latin typeface="Arial"/>
                <a:ea typeface="Arial"/>
                <a:cs typeface="Arial"/>
              </a:defRPr>
            </a:lvl9pPr>
          </a:lstStyle>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05</a:t>
            </a:r>
          </a:p>
        </p:txBody>
      </p:sp>
      <p:sp>
        <p:nvSpPr>
          <p:cNvPr id="4" name="text">
            <a:extLst xmlns:a="http://schemas.openxmlformats.org/drawingml/2006/main">
              <a:ext uri="{FF2B5EF4-FFF2-40B4-BE49-F238E27FC236}">
                <a16:creationId xmlns:a16="http://schemas.microsoft.com/office/drawing/2014/main" id="{D2FB93FE-2C1E-48FE-8445-80576E41BF0A}"/>
              </a:ext>
            </a:extLst>
          </p:cNvPr>
          <p:cNvSpPr>
            <a:spLocks xmlns:a="http://schemas.openxmlformats.org/drawingml/2006/main" noGrp="1"/>
          </p:cNvSpPr>
          <p:nvPr/>
        </p:nvSpPr>
        <p:spPr>
          <a:xfrm xmlns:a="http://schemas.openxmlformats.org/drawingml/2006/main">
            <a:off x="609600" y="2305050"/>
            <a:ext cx="3409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C39"/>
                </a:solidFill>
                <a:latin typeface="Arial"/>
                <a:ea typeface="Arial"/>
                <a:cs typeface="Arial"/>
              </a:defRPr>
            </a:defPPr>
            <a:lvl1pPr algn="l">
              <a:defRPr sz="2250" b="1">
                <a:solidFill>
                  <a:srgbClr val="122C39"/>
                </a:solidFill>
                <a:latin typeface="Arial"/>
                <a:ea typeface="Arial"/>
                <a:cs typeface="Arial"/>
              </a:defRPr>
            </a:lvl1pPr>
            <a:lvl2pPr algn="l">
              <a:defRPr sz="2250" b="1">
                <a:solidFill>
                  <a:srgbClr val="122C39"/>
                </a:solidFill>
                <a:latin typeface="Arial"/>
                <a:ea typeface="Arial"/>
                <a:cs typeface="Arial"/>
              </a:defRPr>
            </a:lvl2pPr>
            <a:lvl3pPr algn="l">
              <a:defRPr sz="2250" b="1">
                <a:solidFill>
                  <a:srgbClr val="122C39"/>
                </a:solidFill>
                <a:latin typeface="Arial"/>
                <a:ea typeface="Arial"/>
                <a:cs typeface="Arial"/>
              </a:defRPr>
            </a:lvl3pPr>
            <a:lvl4pPr algn="l">
              <a:defRPr sz="2250" b="1">
                <a:solidFill>
                  <a:srgbClr val="122C39"/>
                </a:solidFill>
                <a:latin typeface="Arial"/>
                <a:ea typeface="Arial"/>
                <a:cs typeface="Arial"/>
              </a:defRPr>
            </a:lvl4pPr>
            <a:lvl5pPr algn="l">
              <a:defRPr sz="2250" b="1">
                <a:solidFill>
                  <a:srgbClr val="122C39"/>
                </a:solidFill>
                <a:latin typeface="Arial"/>
                <a:ea typeface="Arial"/>
                <a:cs typeface="Arial"/>
              </a:defRPr>
            </a:lvl5pPr>
            <a:lvl6pPr algn="l">
              <a:defRPr sz="2250" b="1">
                <a:solidFill>
                  <a:srgbClr val="122C39"/>
                </a:solidFill>
                <a:latin typeface="Arial"/>
                <a:ea typeface="Arial"/>
                <a:cs typeface="Arial"/>
              </a:defRPr>
            </a:lvl6pPr>
            <a:lvl7pPr algn="l">
              <a:defRPr sz="2250" b="1">
                <a:solidFill>
                  <a:srgbClr val="122C39"/>
                </a:solidFill>
                <a:latin typeface="Arial"/>
                <a:ea typeface="Arial"/>
                <a:cs typeface="Arial"/>
              </a:defRPr>
            </a:lvl7pPr>
            <a:lvl8pPr algn="l">
              <a:defRPr sz="2250" b="1">
                <a:solidFill>
                  <a:srgbClr val="122C39"/>
                </a:solidFill>
                <a:latin typeface="Arial"/>
                <a:ea typeface="Arial"/>
                <a:cs typeface="Arial"/>
              </a:defRPr>
            </a:lvl8pPr>
            <a:lvl9pPr algn="l">
              <a:defRPr sz="2250" b="1">
                <a:solidFill>
                  <a:srgbClr val="122C39"/>
                </a:solidFill>
                <a:latin typeface="Arial"/>
                <a:ea typeface="Arial"/>
                <a:cs typeface="Arial"/>
              </a:defRPr>
            </a:lvl9pPr>
          </a:lstStyle>
          <a:p xmlns:a="http://schemas.openxmlformats.org/drawingml/2006/main">
            <a:pPr algn="l">
              <a:defRPr sz="2250" b="1">
                <a:solidFill>
                  <a:srgbClr val="122C39"/>
                </a:solidFill>
                <a:latin typeface="Arial"/>
                <a:ea typeface="Arial"/>
                <a:cs typeface="Arial"/>
              </a:defRPr>
            </a:pPr>
            <a:r>
              <a:rPr sz="2250" b="1">
                <a:solidFill>
                  <a:srgbClr val="122C39"/>
                </a:solidFill>
                <a:latin typeface="Arial"/>
                <a:ea typeface="Arial"/>
                <a:cs typeface="Arial"/>
              </a:rPr>
              <a:t>Gray-World</a:t>
            </a:r>
          </a:p>
        </p:txBody>
      </p:sp>
      <p:sp>
        <p:nvSpPr>
          <p:cNvPr id="5" name="text">
            <a:extLst xmlns:a="http://schemas.openxmlformats.org/drawingml/2006/main">
              <a:ext uri="{FF2B5EF4-FFF2-40B4-BE49-F238E27FC236}">
                <a16:creationId xmlns:a16="http://schemas.microsoft.com/office/drawing/2014/main" id="{F5BA4AC6-D2B1-489C-8531-3786EDD38B6C}"/>
              </a:ext>
            </a:extLst>
          </p:cNvPr>
          <p:cNvSpPr>
            <a:spLocks xmlns:a="http://schemas.openxmlformats.org/drawingml/2006/main" noGrp="1"/>
          </p:cNvSpPr>
          <p:nvPr/>
        </p:nvSpPr>
        <p:spPr>
          <a:xfrm xmlns:a="http://schemas.openxmlformats.org/drawingml/2006/main">
            <a:off x="609600" y="3200400"/>
            <a:ext cx="340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F7B"/>
                </a:solidFill>
                <a:latin typeface="Arial"/>
                <a:ea typeface="Arial"/>
                <a:cs typeface="Arial"/>
              </a:defRPr>
            </a:defPPr>
            <a:lvl1pPr algn="l">
              <a:defRPr sz="1800" b="1">
                <a:solidFill>
                  <a:srgbClr val="007F7B"/>
                </a:solidFill>
                <a:latin typeface="Arial"/>
                <a:ea typeface="Arial"/>
                <a:cs typeface="Arial"/>
              </a:defRPr>
            </a:lvl1pPr>
            <a:lvl2pPr algn="l">
              <a:defRPr sz="1800" b="1">
                <a:solidFill>
                  <a:srgbClr val="007F7B"/>
                </a:solidFill>
                <a:latin typeface="Arial"/>
                <a:ea typeface="Arial"/>
                <a:cs typeface="Arial"/>
              </a:defRPr>
            </a:lvl2pPr>
            <a:lvl3pPr algn="l">
              <a:defRPr sz="1800" b="1">
                <a:solidFill>
                  <a:srgbClr val="007F7B"/>
                </a:solidFill>
                <a:latin typeface="Arial"/>
                <a:ea typeface="Arial"/>
                <a:cs typeface="Arial"/>
              </a:defRPr>
            </a:lvl3pPr>
            <a:lvl4pPr algn="l">
              <a:defRPr sz="1800" b="1">
                <a:solidFill>
                  <a:srgbClr val="007F7B"/>
                </a:solidFill>
                <a:latin typeface="Arial"/>
                <a:ea typeface="Arial"/>
                <a:cs typeface="Arial"/>
              </a:defRPr>
            </a:lvl4pPr>
            <a:lvl5pPr algn="l">
              <a:defRPr sz="1800" b="1">
                <a:solidFill>
                  <a:srgbClr val="007F7B"/>
                </a:solidFill>
                <a:latin typeface="Arial"/>
                <a:ea typeface="Arial"/>
                <a:cs typeface="Arial"/>
              </a:defRPr>
            </a:lvl5pPr>
            <a:lvl6pPr algn="l">
              <a:defRPr sz="1800" b="1">
                <a:solidFill>
                  <a:srgbClr val="007F7B"/>
                </a:solidFill>
                <a:latin typeface="Arial"/>
                <a:ea typeface="Arial"/>
                <a:cs typeface="Arial"/>
              </a:defRPr>
            </a:lvl6pPr>
            <a:lvl7pPr algn="l">
              <a:defRPr sz="1800" b="1">
                <a:solidFill>
                  <a:srgbClr val="007F7B"/>
                </a:solidFill>
                <a:latin typeface="Arial"/>
                <a:ea typeface="Arial"/>
                <a:cs typeface="Arial"/>
              </a:defRPr>
            </a:lvl7pPr>
            <a:lvl8pPr algn="l">
              <a:defRPr sz="1800" b="1">
                <a:solidFill>
                  <a:srgbClr val="007F7B"/>
                </a:solidFill>
                <a:latin typeface="Arial"/>
                <a:ea typeface="Arial"/>
                <a:cs typeface="Arial"/>
              </a:defRPr>
            </a:lvl8pPr>
            <a:lvl9pPr algn="l">
              <a:defRPr sz="1800" b="1">
                <a:solidFill>
                  <a:srgbClr val="007F7B"/>
                </a:solidFill>
                <a:latin typeface="Arial"/>
                <a:ea typeface="Arial"/>
                <a:cs typeface="Arial"/>
              </a:defRPr>
            </a:lvl9pPr>
          </a:lstStyle>
          <a:p xmlns:a="http://schemas.openxmlformats.org/drawingml/2006/main">
            <a:pPr algn="l">
              <a:defRPr sz="1800" b="1">
                <a:solidFill>
                  <a:srgbClr val="007F7B"/>
                </a:solidFill>
                <a:latin typeface="Arial"/>
                <a:ea typeface="Arial"/>
                <a:cs typeface="Arial"/>
              </a:defRPr>
            </a:pPr>
            <a:r>
              <a:rPr sz="1800" b="1">
                <a:solidFill>
                  <a:srgbClr val="007F7B"/>
                </a:solidFill>
                <a:latin typeface="Arial"/>
                <a:ea typeface="Arial"/>
                <a:cs typeface="Arial"/>
              </a:rPr>
              <a:t>Channel means</a:t>
            </a:r>
          </a:p>
        </p:txBody>
      </p:sp>
      <p:sp>
        <p:nvSpPr>
          <p:cNvPr id="6" name="text">
            <a:extLst xmlns:a="http://schemas.openxmlformats.org/drawingml/2006/main">
              <a:ext uri="{FF2B5EF4-FFF2-40B4-BE49-F238E27FC236}">
                <a16:creationId xmlns:a16="http://schemas.microsoft.com/office/drawing/2014/main" id="{BC56B9D5-1A4D-415C-9D92-F23FC067B18D}"/>
              </a:ext>
            </a:extLst>
          </p:cNvPr>
          <p:cNvSpPr>
            <a:spLocks xmlns:a="http://schemas.openxmlformats.org/drawingml/2006/main" noGrp="1"/>
          </p:cNvSpPr>
          <p:nvPr/>
        </p:nvSpPr>
        <p:spPr>
          <a:xfrm xmlns:a="http://schemas.openxmlformats.org/drawingml/2006/main">
            <a:off x="609600" y="3800475"/>
            <a:ext cx="34099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36C"/>
                </a:solidFill>
                <a:latin typeface="Arial"/>
                <a:ea typeface="Arial"/>
                <a:cs typeface="Arial"/>
              </a:defRPr>
            </a:defPPr>
            <a:lvl1pPr algn="l">
              <a:defRPr sz="1875" b="0">
                <a:solidFill>
                  <a:srgbClr val="53636C"/>
                </a:solidFill>
                <a:latin typeface="Arial"/>
                <a:ea typeface="Arial"/>
                <a:cs typeface="Arial"/>
              </a:defRPr>
            </a:lvl1pPr>
            <a:lvl2pPr algn="l">
              <a:defRPr sz="1875" b="0">
                <a:solidFill>
                  <a:srgbClr val="53636C"/>
                </a:solidFill>
                <a:latin typeface="Arial"/>
                <a:ea typeface="Arial"/>
                <a:cs typeface="Arial"/>
              </a:defRPr>
            </a:lvl2pPr>
            <a:lvl3pPr algn="l">
              <a:defRPr sz="1875" b="0">
                <a:solidFill>
                  <a:srgbClr val="53636C"/>
                </a:solidFill>
                <a:latin typeface="Arial"/>
                <a:ea typeface="Arial"/>
                <a:cs typeface="Arial"/>
              </a:defRPr>
            </a:lvl3pPr>
            <a:lvl4pPr algn="l">
              <a:defRPr sz="1875" b="0">
                <a:solidFill>
                  <a:srgbClr val="53636C"/>
                </a:solidFill>
                <a:latin typeface="Arial"/>
                <a:ea typeface="Arial"/>
                <a:cs typeface="Arial"/>
              </a:defRPr>
            </a:lvl4pPr>
            <a:lvl5pPr algn="l">
              <a:defRPr sz="1875" b="0">
                <a:solidFill>
                  <a:srgbClr val="53636C"/>
                </a:solidFill>
                <a:latin typeface="Arial"/>
                <a:ea typeface="Arial"/>
                <a:cs typeface="Arial"/>
              </a:defRPr>
            </a:lvl5pPr>
            <a:lvl6pPr algn="l">
              <a:defRPr sz="1875" b="0">
                <a:solidFill>
                  <a:srgbClr val="53636C"/>
                </a:solidFill>
                <a:latin typeface="Arial"/>
                <a:ea typeface="Arial"/>
                <a:cs typeface="Arial"/>
              </a:defRPr>
            </a:lvl6pPr>
            <a:lvl7pPr algn="l">
              <a:defRPr sz="1875" b="0">
                <a:solidFill>
                  <a:srgbClr val="53636C"/>
                </a:solidFill>
                <a:latin typeface="Arial"/>
                <a:ea typeface="Arial"/>
                <a:cs typeface="Arial"/>
              </a:defRPr>
            </a:lvl7pPr>
            <a:lvl8pPr algn="l">
              <a:defRPr sz="1875" b="0">
                <a:solidFill>
                  <a:srgbClr val="53636C"/>
                </a:solidFill>
                <a:latin typeface="Arial"/>
                <a:ea typeface="Arial"/>
                <a:cs typeface="Arial"/>
              </a:defRPr>
            </a:lvl8pPr>
            <a:lvl9pPr algn="l">
              <a:defRPr sz="1875" b="0">
                <a:solidFill>
                  <a:srgbClr val="53636C"/>
                </a:solidFill>
                <a:latin typeface="Arial"/>
                <a:ea typeface="Arial"/>
                <a:cs typeface="Arial"/>
              </a:defRPr>
            </a:lvl9pPr>
          </a:lstStyle>
          <a:p xmlns:a="http://schemas.openxmlformats.org/drawingml/2006/main">
            <a:pPr algn="l">
              <a:defRPr sz="1875" b="0">
                <a:solidFill>
                  <a:srgbClr val="53636C"/>
                </a:solidFill>
                <a:latin typeface="Arial"/>
                <a:ea typeface="Arial"/>
                <a:cs typeface="Arial"/>
              </a:defRPr>
            </a:pPr>
            <a:r>
              <a:rPr sz="1875" b="0">
                <a:solidFill>
                  <a:srgbClr val="53636C"/>
                </a:solidFill>
                <a:latin typeface="Arial"/>
                <a:ea typeface="Arial"/>
                <a:cs typeface="Arial"/>
              </a:rPr>
              <a:t>Estimates the illuminant</a:t>
            </a:r>
          </a:p>
          <a:p xmlns:a="http://schemas.openxmlformats.org/drawingml/2006/main">
            <a:pPr algn="l">
              <a:defRPr sz="1875" b="0">
                <a:solidFill>
                  <a:srgbClr val="53636C"/>
                </a:solidFill>
                <a:latin typeface="Arial"/>
                <a:ea typeface="Arial"/>
                <a:cs typeface="Arial"/>
              </a:defRPr>
            </a:pPr>
            <a:r>
              <a:rPr sz="1875" b="0">
                <a:solidFill>
                  <a:srgbClr val="53636C"/>
                </a:solidFill>
                <a:latin typeface="Arial"/>
                <a:ea typeface="Arial"/>
                <a:cs typeface="Arial"/>
              </a:rPr>
              <a:t>from each channel mean.</a:t>
            </a:r>
          </a:p>
          <a:p xmlns:a="http://schemas.openxmlformats.org/drawingml/2006/main">
            <a:pPr algn="l">
              <a:defRPr sz="1875" b="0">
                <a:solidFill>
                  <a:srgbClr val="53636C"/>
                </a:solidFill>
                <a:latin typeface="Arial"/>
                <a:ea typeface="Arial"/>
                <a:cs typeface="Arial"/>
              </a:defRPr>
            </a:pPr>
            <a:r>
              <a:rPr sz="1875" b="0">
                <a:solidFill>
                  <a:srgbClr val="53636C"/>
                </a:solidFill>
                <a:latin typeface="Arial"/>
                <a:ea typeface="Arial"/>
                <a:cs typeface="Arial"/>
              </a:rPr>
              <a:t>Applies inverse gains.</a:t>
            </a:r>
          </a:p>
        </p:txBody>
      </p:sp>
      <p:sp>
        <p:nvSpPr>
          <p:cNvPr id="7" name="text">
            <a:extLst xmlns:a="http://schemas.openxmlformats.org/drawingml/2006/main">
              <a:ext uri="{FF2B5EF4-FFF2-40B4-BE49-F238E27FC236}">
                <a16:creationId xmlns:a16="http://schemas.microsoft.com/office/drawing/2014/main" id="{C6C0F287-3FA3-45B0-B844-F04C8E133E20}"/>
              </a:ext>
            </a:extLst>
          </p:cNvPr>
          <p:cNvSpPr>
            <a:spLocks xmlns:a="http://schemas.openxmlformats.org/drawingml/2006/main" noGrp="1"/>
          </p:cNvSpPr>
          <p:nvPr/>
        </p:nvSpPr>
        <p:spPr>
          <a:xfrm xmlns:a="http://schemas.openxmlformats.org/drawingml/2006/main">
            <a:off x="4419600" y="2305050"/>
            <a:ext cx="3409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C39"/>
                </a:solidFill>
                <a:latin typeface="Arial"/>
                <a:ea typeface="Arial"/>
                <a:cs typeface="Arial"/>
              </a:defRPr>
            </a:defPPr>
            <a:lvl1pPr algn="l">
              <a:defRPr sz="2250" b="1">
                <a:solidFill>
                  <a:srgbClr val="122C39"/>
                </a:solidFill>
                <a:latin typeface="Arial"/>
                <a:ea typeface="Arial"/>
                <a:cs typeface="Arial"/>
              </a:defRPr>
            </a:lvl1pPr>
            <a:lvl2pPr algn="l">
              <a:defRPr sz="2250" b="1">
                <a:solidFill>
                  <a:srgbClr val="122C39"/>
                </a:solidFill>
                <a:latin typeface="Arial"/>
                <a:ea typeface="Arial"/>
                <a:cs typeface="Arial"/>
              </a:defRPr>
            </a:lvl2pPr>
            <a:lvl3pPr algn="l">
              <a:defRPr sz="2250" b="1">
                <a:solidFill>
                  <a:srgbClr val="122C39"/>
                </a:solidFill>
                <a:latin typeface="Arial"/>
                <a:ea typeface="Arial"/>
                <a:cs typeface="Arial"/>
              </a:defRPr>
            </a:lvl3pPr>
            <a:lvl4pPr algn="l">
              <a:defRPr sz="2250" b="1">
                <a:solidFill>
                  <a:srgbClr val="122C39"/>
                </a:solidFill>
                <a:latin typeface="Arial"/>
                <a:ea typeface="Arial"/>
                <a:cs typeface="Arial"/>
              </a:defRPr>
            </a:lvl4pPr>
            <a:lvl5pPr algn="l">
              <a:defRPr sz="2250" b="1">
                <a:solidFill>
                  <a:srgbClr val="122C39"/>
                </a:solidFill>
                <a:latin typeface="Arial"/>
                <a:ea typeface="Arial"/>
                <a:cs typeface="Arial"/>
              </a:defRPr>
            </a:lvl5pPr>
            <a:lvl6pPr algn="l">
              <a:defRPr sz="2250" b="1">
                <a:solidFill>
                  <a:srgbClr val="122C39"/>
                </a:solidFill>
                <a:latin typeface="Arial"/>
                <a:ea typeface="Arial"/>
                <a:cs typeface="Arial"/>
              </a:defRPr>
            </a:lvl6pPr>
            <a:lvl7pPr algn="l">
              <a:defRPr sz="2250" b="1">
                <a:solidFill>
                  <a:srgbClr val="122C39"/>
                </a:solidFill>
                <a:latin typeface="Arial"/>
                <a:ea typeface="Arial"/>
                <a:cs typeface="Arial"/>
              </a:defRPr>
            </a:lvl7pPr>
            <a:lvl8pPr algn="l">
              <a:defRPr sz="2250" b="1">
                <a:solidFill>
                  <a:srgbClr val="122C39"/>
                </a:solidFill>
                <a:latin typeface="Arial"/>
                <a:ea typeface="Arial"/>
                <a:cs typeface="Arial"/>
              </a:defRPr>
            </a:lvl8pPr>
            <a:lvl9pPr algn="l">
              <a:defRPr sz="2250" b="1">
                <a:solidFill>
                  <a:srgbClr val="122C39"/>
                </a:solidFill>
                <a:latin typeface="Arial"/>
                <a:ea typeface="Arial"/>
                <a:cs typeface="Arial"/>
              </a:defRPr>
            </a:lvl9pPr>
          </a:lstStyle>
          <a:p xmlns:a="http://schemas.openxmlformats.org/drawingml/2006/main">
            <a:pPr algn="l">
              <a:defRPr sz="2250" b="1">
                <a:solidFill>
                  <a:srgbClr val="122C39"/>
                </a:solidFill>
                <a:latin typeface="Arial"/>
                <a:ea typeface="Arial"/>
                <a:cs typeface="Arial"/>
              </a:defRPr>
            </a:pPr>
            <a:r>
              <a:rPr sz="2250" b="1">
                <a:solidFill>
                  <a:srgbClr val="122C39"/>
                </a:solidFill>
                <a:latin typeface="Arial"/>
                <a:ea typeface="Arial"/>
                <a:cs typeface="Arial"/>
              </a:rPr>
              <a:t>White-Patch</a:t>
            </a:r>
          </a:p>
        </p:txBody>
      </p:sp>
      <p:sp>
        <p:nvSpPr>
          <p:cNvPr id="8" name="text">
            <a:extLst xmlns:a="http://schemas.openxmlformats.org/drawingml/2006/main">
              <a:ext uri="{FF2B5EF4-FFF2-40B4-BE49-F238E27FC236}">
                <a16:creationId xmlns:a16="http://schemas.microsoft.com/office/drawing/2014/main" id="{52B1A6B9-4908-43B1-A388-F00A19A4CB6F}"/>
              </a:ext>
            </a:extLst>
          </p:cNvPr>
          <p:cNvSpPr>
            <a:spLocks xmlns:a="http://schemas.openxmlformats.org/drawingml/2006/main" noGrp="1"/>
          </p:cNvSpPr>
          <p:nvPr/>
        </p:nvSpPr>
        <p:spPr>
          <a:xfrm xmlns:a="http://schemas.openxmlformats.org/drawingml/2006/main">
            <a:off x="4419600" y="3200400"/>
            <a:ext cx="340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F7B"/>
                </a:solidFill>
                <a:latin typeface="Arial"/>
                <a:ea typeface="Arial"/>
                <a:cs typeface="Arial"/>
              </a:defRPr>
            </a:defPPr>
            <a:lvl1pPr algn="l">
              <a:defRPr sz="1800" b="1">
                <a:solidFill>
                  <a:srgbClr val="007F7B"/>
                </a:solidFill>
                <a:latin typeface="Arial"/>
                <a:ea typeface="Arial"/>
                <a:cs typeface="Arial"/>
              </a:defRPr>
            </a:lvl1pPr>
            <a:lvl2pPr algn="l">
              <a:defRPr sz="1800" b="1">
                <a:solidFill>
                  <a:srgbClr val="007F7B"/>
                </a:solidFill>
                <a:latin typeface="Arial"/>
                <a:ea typeface="Arial"/>
                <a:cs typeface="Arial"/>
              </a:defRPr>
            </a:lvl2pPr>
            <a:lvl3pPr algn="l">
              <a:defRPr sz="1800" b="1">
                <a:solidFill>
                  <a:srgbClr val="007F7B"/>
                </a:solidFill>
                <a:latin typeface="Arial"/>
                <a:ea typeface="Arial"/>
                <a:cs typeface="Arial"/>
              </a:defRPr>
            </a:lvl3pPr>
            <a:lvl4pPr algn="l">
              <a:defRPr sz="1800" b="1">
                <a:solidFill>
                  <a:srgbClr val="007F7B"/>
                </a:solidFill>
                <a:latin typeface="Arial"/>
                <a:ea typeface="Arial"/>
                <a:cs typeface="Arial"/>
              </a:defRPr>
            </a:lvl4pPr>
            <a:lvl5pPr algn="l">
              <a:defRPr sz="1800" b="1">
                <a:solidFill>
                  <a:srgbClr val="007F7B"/>
                </a:solidFill>
                <a:latin typeface="Arial"/>
                <a:ea typeface="Arial"/>
                <a:cs typeface="Arial"/>
              </a:defRPr>
            </a:lvl5pPr>
            <a:lvl6pPr algn="l">
              <a:defRPr sz="1800" b="1">
                <a:solidFill>
                  <a:srgbClr val="007F7B"/>
                </a:solidFill>
                <a:latin typeface="Arial"/>
                <a:ea typeface="Arial"/>
                <a:cs typeface="Arial"/>
              </a:defRPr>
            </a:lvl6pPr>
            <a:lvl7pPr algn="l">
              <a:defRPr sz="1800" b="1">
                <a:solidFill>
                  <a:srgbClr val="007F7B"/>
                </a:solidFill>
                <a:latin typeface="Arial"/>
                <a:ea typeface="Arial"/>
                <a:cs typeface="Arial"/>
              </a:defRPr>
            </a:lvl7pPr>
            <a:lvl8pPr algn="l">
              <a:defRPr sz="1800" b="1">
                <a:solidFill>
                  <a:srgbClr val="007F7B"/>
                </a:solidFill>
                <a:latin typeface="Arial"/>
                <a:ea typeface="Arial"/>
                <a:cs typeface="Arial"/>
              </a:defRPr>
            </a:lvl8pPr>
            <a:lvl9pPr algn="l">
              <a:defRPr sz="1800" b="1">
                <a:solidFill>
                  <a:srgbClr val="007F7B"/>
                </a:solidFill>
                <a:latin typeface="Arial"/>
                <a:ea typeface="Arial"/>
                <a:cs typeface="Arial"/>
              </a:defRPr>
            </a:lvl9pPr>
          </a:lstStyle>
          <a:p xmlns:a="http://schemas.openxmlformats.org/drawingml/2006/main">
            <a:pPr algn="l">
              <a:defRPr sz="1800" b="1">
                <a:solidFill>
                  <a:srgbClr val="007F7B"/>
                </a:solidFill>
                <a:latin typeface="Arial"/>
                <a:ea typeface="Arial"/>
                <a:cs typeface="Arial"/>
              </a:defRPr>
            </a:pPr>
            <a:r>
              <a:rPr sz="1800" b="1">
                <a:solidFill>
                  <a:srgbClr val="007F7B"/>
                </a:solidFill>
                <a:latin typeface="Arial"/>
                <a:ea typeface="Arial"/>
                <a:cs typeface="Arial"/>
              </a:rPr>
              <a:t>Channel maxima</a:t>
            </a:r>
          </a:p>
        </p:txBody>
      </p:sp>
      <p:sp>
        <p:nvSpPr>
          <p:cNvPr id="9" name="text">
            <a:extLst xmlns:a="http://schemas.openxmlformats.org/drawingml/2006/main">
              <a:ext uri="{FF2B5EF4-FFF2-40B4-BE49-F238E27FC236}">
                <a16:creationId xmlns:a16="http://schemas.microsoft.com/office/drawing/2014/main" id="{1E80A200-D13C-4F7B-B7E5-63A63612EDBC}"/>
              </a:ext>
            </a:extLst>
          </p:cNvPr>
          <p:cNvSpPr>
            <a:spLocks xmlns:a="http://schemas.openxmlformats.org/drawingml/2006/main" noGrp="1"/>
          </p:cNvSpPr>
          <p:nvPr/>
        </p:nvSpPr>
        <p:spPr>
          <a:xfrm xmlns:a="http://schemas.openxmlformats.org/drawingml/2006/main">
            <a:off x="4419600" y="3800475"/>
            <a:ext cx="34099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36C"/>
                </a:solidFill>
                <a:latin typeface="Arial"/>
                <a:ea typeface="Arial"/>
                <a:cs typeface="Arial"/>
              </a:defRPr>
            </a:defPPr>
            <a:lvl1pPr algn="l">
              <a:defRPr sz="1875" b="0">
                <a:solidFill>
                  <a:srgbClr val="53636C"/>
                </a:solidFill>
                <a:latin typeface="Arial"/>
                <a:ea typeface="Arial"/>
                <a:cs typeface="Arial"/>
              </a:defRPr>
            </a:lvl1pPr>
            <a:lvl2pPr algn="l">
              <a:defRPr sz="1875" b="0">
                <a:solidFill>
                  <a:srgbClr val="53636C"/>
                </a:solidFill>
                <a:latin typeface="Arial"/>
                <a:ea typeface="Arial"/>
                <a:cs typeface="Arial"/>
              </a:defRPr>
            </a:lvl2pPr>
            <a:lvl3pPr algn="l">
              <a:defRPr sz="1875" b="0">
                <a:solidFill>
                  <a:srgbClr val="53636C"/>
                </a:solidFill>
                <a:latin typeface="Arial"/>
                <a:ea typeface="Arial"/>
                <a:cs typeface="Arial"/>
              </a:defRPr>
            </a:lvl3pPr>
            <a:lvl4pPr algn="l">
              <a:defRPr sz="1875" b="0">
                <a:solidFill>
                  <a:srgbClr val="53636C"/>
                </a:solidFill>
                <a:latin typeface="Arial"/>
                <a:ea typeface="Arial"/>
                <a:cs typeface="Arial"/>
              </a:defRPr>
            </a:lvl4pPr>
            <a:lvl5pPr algn="l">
              <a:defRPr sz="1875" b="0">
                <a:solidFill>
                  <a:srgbClr val="53636C"/>
                </a:solidFill>
                <a:latin typeface="Arial"/>
                <a:ea typeface="Arial"/>
                <a:cs typeface="Arial"/>
              </a:defRPr>
            </a:lvl5pPr>
            <a:lvl6pPr algn="l">
              <a:defRPr sz="1875" b="0">
                <a:solidFill>
                  <a:srgbClr val="53636C"/>
                </a:solidFill>
                <a:latin typeface="Arial"/>
                <a:ea typeface="Arial"/>
                <a:cs typeface="Arial"/>
              </a:defRPr>
            </a:lvl6pPr>
            <a:lvl7pPr algn="l">
              <a:defRPr sz="1875" b="0">
                <a:solidFill>
                  <a:srgbClr val="53636C"/>
                </a:solidFill>
                <a:latin typeface="Arial"/>
                <a:ea typeface="Arial"/>
                <a:cs typeface="Arial"/>
              </a:defRPr>
            </a:lvl7pPr>
            <a:lvl8pPr algn="l">
              <a:defRPr sz="1875" b="0">
                <a:solidFill>
                  <a:srgbClr val="53636C"/>
                </a:solidFill>
                <a:latin typeface="Arial"/>
                <a:ea typeface="Arial"/>
                <a:cs typeface="Arial"/>
              </a:defRPr>
            </a:lvl8pPr>
            <a:lvl9pPr algn="l">
              <a:defRPr sz="1875" b="0">
                <a:solidFill>
                  <a:srgbClr val="53636C"/>
                </a:solidFill>
                <a:latin typeface="Arial"/>
                <a:ea typeface="Arial"/>
                <a:cs typeface="Arial"/>
              </a:defRPr>
            </a:lvl9pPr>
          </a:lstStyle>
          <a:p xmlns:a="http://schemas.openxmlformats.org/drawingml/2006/main">
            <a:pPr algn="l">
              <a:defRPr sz="1875" b="0">
                <a:solidFill>
                  <a:srgbClr val="53636C"/>
                </a:solidFill>
                <a:latin typeface="Arial"/>
                <a:ea typeface="Arial"/>
                <a:cs typeface="Arial"/>
              </a:defRPr>
            </a:pPr>
            <a:r>
              <a:rPr sz="1875" b="0">
                <a:solidFill>
                  <a:srgbClr val="53636C"/>
                </a:solidFill>
                <a:latin typeface="Arial"/>
                <a:ea typeface="Arial"/>
                <a:cs typeface="Arial"/>
              </a:rPr>
              <a:t>Estimates the illuminant</a:t>
            </a:r>
          </a:p>
          <a:p xmlns:a="http://schemas.openxmlformats.org/drawingml/2006/main">
            <a:pPr algn="l">
              <a:defRPr sz="1875" b="0">
                <a:solidFill>
                  <a:srgbClr val="53636C"/>
                </a:solidFill>
                <a:latin typeface="Arial"/>
                <a:ea typeface="Arial"/>
                <a:cs typeface="Arial"/>
              </a:defRPr>
            </a:pPr>
            <a:r>
              <a:rPr sz="1875" b="0">
                <a:solidFill>
                  <a:srgbClr val="53636C"/>
                </a:solidFill>
                <a:latin typeface="Arial"/>
                <a:ea typeface="Arial"/>
                <a:cs typeface="Arial"/>
              </a:rPr>
              <a:t>from each channel maximum.</a:t>
            </a:r>
          </a:p>
          <a:p xmlns:a="http://schemas.openxmlformats.org/drawingml/2006/main">
            <a:pPr algn="l">
              <a:defRPr sz="1875" b="0">
                <a:solidFill>
                  <a:srgbClr val="53636C"/>
                </a:solidFill>
                <a:latin typeface="Arial"/>
                <a:ea typeface="Arial"/>
                <a:cs typeface="Arial"/>
              </a:defRPr>
            </a:pPr>
            <a:r>
              <a:rPr sz="1875" b="0">
                <a:solidFill>
                  <a:srgbClr val="53636C"/>
                </a:solidFill>
                <a:latin typeface="Arial"/>
                <a:ea typeface="Arial"/>
                <a:cs typeface="Arial"/>
              </a:rPr>
              <a:t>Applies inverse gains.</a:t>
            </a:r>
          </a:p>
        </p:txBody>
      </p:sp>
      <p:sp>
        <p:nvSpPr>
          <p:cNvPr id="10" name="text">
            <a:extLst xmlns:a="http://schemas.openxmlformats.org/drawingml/2006/main">
              <a:ext uri="{FF2B5EF4-FFF2-40B4-BE49-F238E27FC236}">
                <a16:creationId xmlns:a16="http://schemas.microsoft.com/office/drawing/2014/main" id="{E7C7A74B-1046-4E25-9383-612837306BFD}"/>
              </a:ext>
            </a:extLst>
          </p:cNvPr>
          <p:cNvSpPr>
            <a:spLocks xmlns:a="http://schemas.openxmlformats.org/drawingml/2006/main" noGrp="1"/>
          </p:cNvSpPr>
          <p:nvPr/>
        </p:nvSpPr>
        <p:spPr>
          <a:xfrm xmlns:a="http://schemas.openxmlformats.org/drawingml/2006/main">
            <a:off x="8229600" y="2305050"/>
            <a:ext cx="3409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C39"/>
                </a:solidFill>
                <a:latin typeface="Arial"/>
                <a:ea typeface="Arial"/>
                <a:cs typeface="Arial"/>
              </a:defRPr>
            </a:defPPr>
            <a:lvl1pPr algn="l">
              <a:defRPr sz="2250" b="1">
                <a:solidFill>
                  <a:srgbClr val="122C39"/>
                </a:solidFill>
                <a:latin typeface="Arial"/>
                <a:ea typeface="Arial"/>
                <a:cs typeface="Arial"/>
              </a:defRPr>
            </a:lvl1pPr>
            <a:lvl2pPr algn="l">
              <a:defRPr sz="2250" b="1">
                <a:solidFill>
                  <a:srgbClr val="122C39"/>
                </a:solidFill>
                <a:latin typeface="Arial"/>
                <a:ea typeface="Arial"/>
                <a:cs typeface="Arial"/>
              </a:defRPr>
            </a:lvl2pPr>
            <a:lvl3pPr algn="l">
              <a:defRPr sz="2250" b="1">
                <a:solidFill>
                  <a:srgbClr val="122C39"/>
                </a:solidFill>
                <a:latin typeface="Arial"/>
                <a:ea typeface="Arial"/>
                <a:cs typeface="Arial"/>
              </a:defRPr>
            </a:lvl3pPr>
            <a:lvl4pPr algn="l">
              <a:defRPr sz="2250" b="1">
                <a:solidFill>
                  <a:srgbClr val="122C39"/>
                </a:solidFill>
                <a:latin typeface="Arial"/>
                <a:ea typeface="Arial"/>
                <a:cs typeface="Arial"/>
              </a:defRPr>
            </a:lvl4pPr>
            <a:lvl5pPr algn="l">
              <a:defRPr sz="2250" b="1">
                <a:solidFill>
                  <a:srgbClr val="122C39"/>
                </a:solidFill>
                <a:latin typeface="Arial"/>
                <a:ea typeface="Arial"/>
                <a:cs typeface="Arial"/>
              </a:defRPr>
            </a:lvl5pPr>
            <a:lvl6pPr algn="l">
              <a:defRPr sz="2250" b="1">
                <a:solidFill>
                  <a:srgbClr val="122C39"/>
                </a:solidFill>
                <a:latin typeface="Arial"/>
                <a:ea typeface="Arial"/>
                <a:cs typeface="Arial"/>
              </a:defRPr>
            </a:lvl6pPr>
            <a:lvl7pPr algn="l">
              <a:defRPr sz="2250" b="1">
                <a:solidFill>
                  <a:srgbClr val="122C39"/>
                </a:solidFill>
                <a:latin typeface="Arial"/>
                <a:ea typeface="Arial"/>
                <a:cs typeface="Arial"/>
              </a:defRPr>
            </a:lvl7pPr>
            <a:lvl8pPr algn="l">
              <a:defRPr sz="2250" b="1">
                <a:solidFill>
                  <a:srgbClr val="122C39"/>
                </a:solidFill>
                <a:latin typeface="Arial"/>
                <a:ea typeface="Arial"/>
                <a:cs typeface="Arial"/>
              </a:defRPr>
            </a:lvl8pPr>
            <a:lvl9pPr algn="l">
              <a:defRPr sz="2250" b="1">
                <a:solidFill>
                  <a:srgbClr val="122C39"/>
                </a:solidFill>
                <a:latin typeface="Arial"/>
                <a:ea typeface="Arial"/>
                <a:cs typeface="Arial"/>
              </a:defRPr>
            </a:lvl9pPr>
          </a:lstStyle>
          <a:p xmlns:a="http://schemas.openxmlformats.org/drawingml/2006/main">
            <a:pPr algn="l">
              <a:defRPr sz="2250" b="1">
                <a:solidFill>
                  <a:srgbClr val="122C39"/>
                </a:solidFill>
                <a:latin typeface="Arial"/>
                <a:ea typeface="Arial"/>
                <a:cs typeface="Arial"/>
              </a:defRPr>
            </a:pPr>
            <a:r>
              <a:rPr sz="2250" b="1">
                <a:solidFill>
                  <a:srgbClr val="122C39"/>
                </a:solidFill>
                <a:latin typeface="Arial"/>
                <a:ea typeface="Arial"/>
                <a:cs typeface="Arial"/>
              </a:rPr>
              <a:t>Gray-World half</a:t>
            </a:r>
          </a:p>
        </p:txBody>
      </p:sp>
      <p:sp>
        <p:nvSpPr>
          <p:cNvPr id="11" name="text">
            <a:extLst xmlns:a="http://schemas.openxmlformats.org/drawingml/2006/main">
              <a:ext uri="{FF2B5EF4-FFF2-40B4-BE49-F238E27FC236}">
                <a16:creationId xmlns:a16="http://schemas.microsoft.com/office/drawing/2014/main" id="{EBB1AEA7-8520-4303-A6EE-98150FA134BB}"/>
              </a:ext>
            </a:extLst>
          </p:cNvPr>
          <p:cNvSpPr>
            <a:spLocks xmlns:a="http://schemas.openxmlformats.org/drawingml/2006/main" noGrp="1"/>
          </p:cNvSpPr>
          <p:nvPr/>
        </p:nvSpPr>
        <p:spPr>
          <a:xfrm xmlns:a="http://schemas.openxmlformats.org/drawingml/2006/main">
            <a:off x="8229600" y="3200400"/>
            <a:ext cx="340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F7B"/>
                </a:solidFill>
                <a:latin typeface="Arial"/>
                <a:ea typeface="Arial"/>
                <a:cs typeface="Arial"/>
              </a:defRPr>
            </a:defPPr>
            <a:lvl1pPr algn="l">
              <a:defRPr sz="1800" b="1">
                <a:solidFill>
                  <a:srgbClr val="007F7B"/>
                </a:solidFill>
                <a:latin typeface="Arial"/>
                <a:ea typeface="Arial"/>
                <a:cs typeface="Arial"/>
              </a:defRPr>
            </a:lvl1pPr>
            <a:lvl2pPr algn="l">
              <a:defRPr sz="1800" b="1">
                <a:solidFill>
                  <a:srgbClr val="007F7B"/>
                </a:solidFill>
                <a:latin typeface="Arial"/>
                <a:ea typeface="Arial"/>
                <a:cs typeface="Arial"/>
              </a:defRPr>
            </a:lvl2pPr>
            <a:lvl3pPr algn="l">
              <a:defRPr sz="1800" b="1">
                <a:solidFill>
                  <a:srgbClr val="007F7B"/>
                </a:solidFill>
                <a:latin typeface="Arial"/>
                <a:ea typeface="Arial"/>
                <a:cs typeface="Arial"/>
              </a:defRPr>
            </a:lvl3pPr>
            <a:lvl4pPr algn="l">
              <a:defRPr sz="1800" b="1">
                <a:solidFill>
                  <a:srgbClr val="007F7B"/>
                </a:solidFill>
                <a:latin typeface="Arial"/>
                <a:ea typeface="Arial"/>
                <a:cs typeface="Arial"/>
              </a:defRPr>
            </a:lvl4pPr>
            <a:lvl5pPr algn="l">
              <a:defRPr sz="1800" b="1">
                <a:solidFill>
                  <a:srgbClr val="007F7B"/>
                </a:solidFill>
                <a:latin typeface="Arial"/>
                <a:ea typeface="Arial"/>
                <a:cs typeface="Arial"/>
              </a:defRPr>
            </a:lvl5pPr>
            <a:lvl6pPr algn="l">
              <a:defRPr sz="1800" b="1">
                <a:solidFill>
                  <a:srgbClr val="007F7B"/>
                </a:solidFill>
                <a:latin typeface="Arial"/>
                <a:ea typeface="Arial"/>
                <a:cs typeface="Arial"/>
              </a:defRPr>
            </a:lvl6pPr>
            <a:lvl7pPr algn="l">
              <a:defRPr sz="1800" b="1">
                <a:solidFill>
                  <a:srgbClr val="007F7B"/>
                </a:solidFill>
                <a:latin typeface="Arial"/>
                <a:ea typeface="Arial"/>
                <a:cs typeface="Arial"/>
              </a:defRPr>
            </a:lvl7pPr>
            <a:lvl8pPr algn="l">
              <a:defRPr sz="1800" b="1">
                <a:solidFill>
                  <a:srgbClr val="007F7B"/>
                </a:solidFill>
                <a:latin typeface="Arial"/>
                <a:ea typeface="Arial"/>
                <a:cs typeface="Arial"/>
              </a:defRPr>
            </a:lvl8pPr>
            <a:lvl9pPr algn="l">
              <a:defRPr sz="1800" b="1">
                <a:solidFill>
                  <a:srgbClr val="007F7B"/>
                </a:solidFill>
                <a:latin typeface="Arial"/>
                <a:ea typeface="Arial"/>
                <a:cs typeface="Arial"/>
              </a:defRPr>
            </a:lvl9pPr>
          </a:lstStyle>
          <a:p xmlns:a="http://schemas.openxmlformats.org/drawingml/2006/main">
            <a:pPr algn="l">
              <a:defRPr sz="1800" b="1">
                <a:solidFill>
                  <a:srgbClr val="007F7B"/>
                </a:solidFill>
                <a:latin typeface="Arial"/>
                <a:ea typeface="Arial"/>
                <a:cs typeface="Arial"/>
              </a:defRPr>
            </a:pPr>
            <a:r>
              <a:rPr sz="1800" b="1">
                <a:solidFill>
                  <a:srgbClr val="007F7B"/>
                </a:solidFill>
                <a:latin typeface="Arial"/>
                <a:ea typeface="Arial"/>
                <a:cs typeface="Arial"/>
              </a:rPr>
              <a:t>Square-root gains</a:t>
            </a:r>
          </a:p>
        </p:txBody>
      </p:sp>
      <p:sp>
        <p:nvSpPr>
          <p:cNvPr id="12" name="text">
            <a:extLst xmlns:a="http://schemas.openxmlformats.org/drawingml/2006/main">
              <a:ext uri="{FF2B5EF4-FFF2-40B4-BE49-F238E27FC236}">
                <a16:creationId xmlns:a16="http://schemas.microsoft.com/office/drawing/2014/main" id="{FA266B84-30E5-4B2B-93D6-DABC21503565}"/>
              </a:ext>
            </a:extLst>
          </p:cNvPr>
          <p:cNvSpPr>
            <a:spLocks xmlns:a="http://schemas.openxmlformats.org/drawingml/2006/main" noGrp="1"/>
          </p:cNvSpPr>
          <p:nvPr/>
        </p:nvSpPr>
        <p:spPr>
          <a:xfrm xmlns:a="http://schemas.openxmlformats.org/drawingml/2006/main">
            <a:off x="8229600" y="3800475"/>
            <a:ext cx="34099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36C"/>
                </a:solidFill>
                <a:latin typeface="Arial"/>
                <a:ea typeface="Arial"/>
                <a:cs typeface="Arial"/>
              </a:defRPr>
            </a:defPPr>
            <a:lvl1pPr algn="l">
              <a:defRPr sz="1875" b="0">
                <a:solidFill>
                  <a:srgbClr val="53636C"/>
                </a:solidFill>
                <a:latin typeface="Arial"/>
                <a:ea typeface="Arial"/>
                <a:cs typeface="Arial"/>
              </a:defRPr>
            </a:lvl1pPr>
            <a:lvl2pPr algn="l">
              <a:defRPr sz="1875" b="0">
                <a:solidFill>
                  <a:srgbClr val="53636C"/>
                </a:solidFill>
                <a:latin typeface="Arial"/>
                <a:ea typeface="Arial"/>
                <a:cs typeface="Arial"/>
              </a:defRPr>
            </a:lvl2pPr>
            <a:lvl3pPr algn="l">
              <a:defRPr sz="1875" b="0">
                <a:solidFill>
                  <a:srgbClr val="53636C"/>
                </a:solidFill>
                <a:latin typeface="Arial"/>
                <a:ea typeface="Arial"/>
                <a:cs typeface="Arial"/>
              </a:defRPr>
            </a:lvl3pPr>
            <a:lvl4pPr algn="l">
              <a:defRPr sz="1875" b="0">
                <a:solidFill>
                  <a:srgbClr val="53636C"/>
                </a:solidFill>
                <a:latin typeface="Arial"/>
                <a:ea typeface="Arial"/>
                <a:cs typeface="Arial"/>
              </a:defRPr>
            </a:lvl4pPr>
            <a:lvl5pPr algn="l">
              <a:defRPr sz="1875" b="0">
                <a:solidFill>
                  <a:srgbClr val="53636C"/>
                </a:solidFill>
                <a:latin typeface="Arial"/>
                <a:ea typeface="Arial"/>
                <a:cs typeface="Arial"/>
              </a:defRPr>
            </a:lvl5pPr>
            <a:lvl6pPr algn="l">
              <a:defRPr sz="1875" b="0">
                <a:solidFill>
                  <a:srgbClr val="53636C"/>
                </a:solidFill>
                <a:latin typeface="Arial"/>
                <a:ea typeface="Arial"/>
                <a:cs typeface="Arial"/>
              </a:defRPr>
            </a:lvl6pPr>
            <a:lvl7pPr algn="l">
              <a:defRPr sz="1875" b="0">
                <a:solidFill>
                  <a:srgbClr val="53636C"/>
                </a:solidFill>
                <a:latin typeface="Arial"/>
                <a:ea typeface="Arial"/>
                <a:cs typeface="Arial"/>
              </a:defRPr>
            </a:lvl7pPr>
            <a:lvl8pPr algn="l">
              <a:defRPr sz="1875" b="0">
                <a:solidFill>
                  <a:srgbClr val="53636C"/>
                </a:solidFill>
                <a:latin typeface="Arial"/>
                <a:ea typeface="Arial"/>
                <a:cs typeface="Arial"/>
              </a:defRPr>
            </a:lvl8pPr>
            <a:lvl9pPr algn="l">
              <a:defRPr sz="1875" b="0">
                <a:solidFill>
                  <a:srgbClr val="53636C"/>
                </a:solidFill>
                <a:latin typeface="Arial"/>
                <a:ea typeface="Arial"/>
                <a:cs typeface="Arial"/>
              </a:defRPr>
            </a:lvl9pPr>
          </a:lstStyle>
          <a:p xmlns:a="http://schemas.openxmlformats.org/drawingml/2006/main">
            <a:pPr algn="l">
              <a:defRPr sz="1875" b="0">
                <a:solidFill>
                  <a:srgbClr val="53636C"/>
                </a:solidFill>
                <a:latin typeface="Arial"/>
                <a:ea typeface="Arial"/>
                <a:cs typeface="Arial"/>
              </a:defRPr>
            </a:pPr>
            <a:r>
              <a:rPr sz="1875" b="0">
                <a:solidFill>
                  <a:srgbClr val="53636C"/>
                </a:solidFill>
                <a:latin typeface="Arial"/>
                <a:ea typeface="Arial"/>
                <a:cs typeface="Arial"/>
              </a:rPr>
              <a:t>Uses half the correction</a:t>
            </a:r>
          </a:p>
          <a:p xmlns:a="http://schemas.openxmlformats.org/drawingml/2006/main">
            <a:pPr algn="l">
              <a:defRPr sz="1875" b="0">
                <a:solidFill>
                  <a:srgbClr val="53636C"/>
                </a:solidFill>
                <a:latin typeface="Arial"/>
                <a:ea typeface="Arial"/>
                <a:cs typeface="Arial"/>
              </a:defRPr>
            </a:pPr>
            <a:r>
              <a:rPr sz="1875" b="0">
                <a:solidFill>
                  <a:srgbClr val="53636C"/>
                </a:solidFill>
                <a:latin typeface="Arial"/>
                <a:ea typeface="Arial"/>
                <a:cs typeface="Arial"/>
              </a:rPr>
              <a:t>strength in log-gain space.</a:t>
            </a:r>
          </a:p>
          <a:p xmlns:a="http://schemas.openxmlformats.org/drawingml/2006/main">
            <a:pPr algn="l">
              <a:defRPr sz="1875" b="0">
                <a:solidFill>
                  <a:srgbClr val="53636C"/>
                </a:solidFill>
                <a:latin typeface="Arial"/>
                <a:ea typeface="Arial"/>
                <a:cs typeface="Arial"/>
              </a:defRPr>
            </a:pPr>
            <a:r>
              <a:rPr sz="1875" b="0">
                <a:solidFill>
                  <a:srgbClr val="53636C"/>
                </a:solidFill>
                <a:latin typeface="Arial"/>
                <a:ea typeface="Arial"/>
                <a:cs typeface="Arial"/>
              </a:rPr>
              <a:t>Strength fixed at 0.5.</a:t>
            </a:r>
          </a:p>
        </p:txBody>
      </p:sp>
      <p:sp>
        <p:nvSpPr>
          <p:cNvPr id="13" name="text">
            <a:extLst xmlns:a="http://schemas.openxmlformats.org/drawingml/2006/main">
              <a:ext uri="{FF2B5EF4-FFF2-40B4-BE49-F238E27FC236}">
                <a16:creationId xmlns:a16="http://schemas.microsoft.com/office/drawing/2014/main" id="{E0A440DB-E133-4935-9A97-BCD1E2EE3CF9}"/>
              </a:ext>
            </a:extLst>
          </p:cNvPr>
          <p:cNvSpPr>
            <a:spLocks xmlns:a="http://schemas.openxmlformats.org/drawingml/2006/main" noGrp="1"/>
          </p:cNvSpPr>
          <p:nvPr/>
        </p:nvSpPr>
        <p:spPr>
          <a:xfrm xmlns:a="http://schemas.openxmlformats.org/drawingml/2006/main">
            <a:off x="609600" y="56197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2C39"/>
                </a:solidFill>
                <a:latin typeface="Arial"/>
                <a:ea typeface="Arial"/>
                <a:cs typeface="Arial"/>
              </a:defRPr>
            </a:defPPr>
            <a:lvl1pPr algn="l">
              <a:defRPr sz="1800" b="1">
                <a:solidFill>
                  <a:srgbClr val="122C39"/>
                </a:solidFill>
                <a:latin typeface="Arial"/>
                <a:ea typeface="Arial"/>
                <a:cs typeface="Arial"/>
              </a:defRPr>
            </a:lvl1pPr>
            <a:lvl2pPr algn="l">
              <a:defRPr sz="1800" b="1">
                <a:solidFill>
                  <a:srgbClr val="122C39"/>
                </a:solidFill>
                <a:latin typeface="Arial"/>
                <a:ea typeface="Arial"/>
                <a:cs typeface="Arial"/>
              </a:defRPr>
            </a:lvl2pPr>
            <a:lvl3pPr algn="l">
              <a:defRPr sz="1800" b="1">
                <a:solidFill>
                  <a:srgbClr val="122C39"/>
                </a:solidFill>
                <a:latin typeface="Arial"/>
                <a:ea typeface="Arial"/>
                <a:cs typeface="Arial"/>
              </a:defRPr>
            </a:lvl3pPr>
            <a:lvl4pPr algn="l">
              <a:defRPr sz="1800" b="1">
                <a:solidFill>
                  <a:srgbClr val="122C39"/>
                </a:solidFill>
                <a:latin typeface="Arial"/>
                <a:ea typeface="Arial"/>
                <a:cs typeface="Arial"/>
              </a:defRPr>
            </a:lvl4pPr>
            <a:lvl5pPr algn="l">
              <a:defRPr sz="1800" b="1">
                <a:solidFill>
                  <a:srgbClr val="122C39"/>
                </a:solidFill>
                <a:latin typeface="Arial"/>
                <a:ea typeface="Arial"/>
                <a:cs typeface="Arial"/>
              </a:defRPr>
            </a:lvl5pPr>
            <a:lvl6pPr algn="l">
              <a:defRPr sz="1800" b="1">
                <a:solidFill>
                  <a:srgbClr val="122C39"/>
                </a:solidFill>
                <a:latin typeface="Arial"/>
                <a:ea typeface="Arial"/>
                <a:cs typeface="Arial"/>
              </a:defRPr>
            </a:lvl6pPr>
            <a:lvl7pPr algn="l">
              <a:defRPr sz="1800" b="1">
                <a:solidFill>
                  <a:srgbClr val="122C39"/>
                </a:solidFill>
                <a:latin typeface="Arial"/>
                <a:ea typeface="Arial"/>
                <a:cs typeface="Arial"/>
              </a:defRPr>
            </a:lvl7pPr>
            <a:lvl8pPr algn="l">
              <a:defRPr sz="1800" b="1">
                <a:solidFill>
                  <a:srgbClr val="122C39"/>
                </a:solidFill>
                <a:latin typeface="Arial"/>
                <a:ea typeface="Arial"/>
                <a:cs typeface="Arial"/>
              </a:defRPr>
            </a:lvl8pPr>
            <a:lvl9pPr algn="l">
              <a:defRPr sz="1800" b="1">
                <a:solidFill>
                  <a:srgbClr val="122C39"/>
                </a:solidFill>
                <a:latin typeface="Arial"/>
                <a:ea typeface="Arial"/>
                <a:cs typeface="Arial"/>
              </a:defRPr>
            </a:lvl9pPr>
          </a:lstStyle>
          <a:p xmlns:a="http://schemas.openxmlformats.org/drawingml/2006/main">
            <a:pPr algn="l">
              <a:defRPr sz="1800" b="1">
                <a:solidFill>
                  <a:srgbClr val="122C39"/>
                </a:solidFill>
                <a:latin typeface="Arial"/>
                <a:ea typeface="Arial"/>
                <a:cs typeface="Arial"/>
              </a:defRPr>
            </a:pPr>
            <a:r>
              <a:rPr sz="1800" b="1">
                <a:solidFill>
                  <a:srgbClr val="122C39"/>
                </a:solidFill>
                <a:latin typeface="Arial"/>
                <a:ea typeface="Arial"/>
                <a:cs typeface="Arial"/>
              </a:rPr>
              <a:t>Every gain transform preserves mean luminance before clipping.</a:t>
            </a:r>
          </a:p>
        </p:txBody>
      </p:sp>
    </p:spTree>
    <p:extLst>
      <p:ext uri="{BB962C8B-B14F-4D97-AF65-F5344CB8AC3E}">
        <p14:creationId xmlns:p14="http://schemas.microsoft.com/office/powerpoint/2010/main" val="1688473241"/>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B6A826DD-5F64-46EC-9E6C-36E0E0537A04}"/>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22C39"/>
                </a:solidFill>
                <a:latin typeface="Arial"/>
                <a:ea typeface="Arial"/>
                <a:cs typeface="Arial"/>
              </a:defRPr>
            </a:defPPr>
            <a:lvl1pPr algn="l">
              <a:defRPr sz="3225" b="1">
                <a:solidFill>
                  <a:srgbClr val="122C39"/>
                </a:solidFill>
                <a:latin typeface="Arial"/>
                <a:ea typeface="Arial"/>
                <a:cs typeface="Arial"/>
              </a:defRPr>
            </a:lvl1pPr>
            <a:lvl2pPr algn="l">
              <a:defRPr sz="3225" b="1">
                <a:solidFill>
                  <a:srgbClr val="122C39"/>
                </a:solidFill>
                <a:latin typeface="Arial"/>
                <a:ea typeface="Arial"/>
                <a:cs typeface="Arial"/>
              </a:defRPr>
            </a:lvl2pPr>
            <a:lvl3pPr algn="l">
              <a:defRPr sz="3225" b="1">
                <a:solidFill>
                  <a:srgbClr val="122C39"/>
                </a:solidFill>
                <a:latin typeface="Arial"/>
                <a:ea typeface="Arial"/>
                <a:cs typeface="Arial"/>
              </a:defRPr>
            </a:lvl3pPr>
            <a:lvl4pPr algn="l">
              <a:defRPr sz="3225" b="1">
                <a:solidFill>
                  <a:srgbClr val="122C39"/>
                </a:solidFill>
                <a:latin typeface="Arial"/>
                <a:ea typeface="Arial"/>
                <a:cs typeface="Arial"/>
              </a:defRPr>
            </a:lvl4pPr>
            <a:lvl5pPr algn="l">
              <a:defRPr sz="3225" b="1">
                <a:solidFill>
                  <a:srgbClr val="122C39"/>
                </a:solidFill>
                <a:latin typeface="Arial"/>
                <a:ea typeface="Arial"/>
                <a:cs typeface="Arial"/>
              </a:defRPr>
            </a:lvl5pPr>
            <a:lvl6pPr algn="l">
              <a:defRPr sz="3225" b="1">
                <a:solidFill>
                  <a:srgbClr val="122C39"/>
                </a:solidFill>
                <a:latin typeface="Arial"/>
                <a:ea typeface="Arial"/>
                <a:cs typeface="Arial"/>
              </a:defRPr>
            </a:lvl6pPr>
            <a:lvl7pPr algn="l">
              <a:defRPr sz="3225" b="1">
                <a:solidFill>
                  <a:srgbClr val="122C39"/>
                </a:solidFill>
                <a:latin typeface="Arial"/>
                <a:ea typeface="Arial"/>
                <a:cs typeface="Arial"/>
              </a:defRPr>
            </a:lvl7pPr>
            <a:lvl8pPr algn="l">
              <a:defRPr sz="3225" b="1">
                <a:solidFill>
                  <a:srgbClr val="122C39"/>
                </a:solidFill>
                <a:latin typeface="Arial"/>
                <a:ea typeface="Arial"/>
                <a:cs typeface="Arial"/>
              </a:defRPr>
            </a:lvl8pPr>
            <a:lvl9pPr algn="l">
              <a:defRPr sz="3225" b="1">
                <a:solidFill>
                  <a:srgbClr val="122C39"/>
                </a:solidFill>
                <a:latin typeface="Arial"/>
                <a:ea typeface="Arial"/>
                <a:cs typeface="Arial"/>
              </a:defRPr>
            </a:lvl9pPr>
          </a:lstStyle>
          <a:p xmlns:a="http://schemas.openxmlformats.org/drawingml/2006/main">
            <a:pPr algn="l">
              <a:defRPr sz="3225" b="1">
                <a:solidFill>
                  <a:srgbClr val="122C39"/>
                </a:solidFill>
                <a:latin typeface="Arial"/>
                <a:ea typeface="Arial"/>
                <a:cs typeface="Arial"/>
              </a:defRPr>
            </a:pPr>
            <a:r>
              <a:rPr sz="3225" b="1">
                <a:solidFill>
                  <a:srgbClr val="122C39"/>
                </a:solidFill>
                <a:latin typeface="Arial"/>
                <a:ea typeface="Arial"/>
                <a:cs typeface="Arial"/>
              </a:rPr>
              <a:t>Clean-input accuracy</a:t>
            </a:r>
          </a:p>
        </p:txBody>
      </p:sp>
      <p:sp>
        <p:nvSpPr>
          <p:cNvPr id="2" name="text">
            <a:extLst xmlns:a="http://schemas.openxmlformats.org/drawingml/2006/main">
              <a:ext uri="{FF2B5EF4-FFF2-40B4-BE49-F238E27FC236}">
                <a16:creationId xmlns:a16="http://schemas.microsoft.com/office/drawing/2014/main" id="{10E4A109-E263-4041-A145-66FF94F47AD0}"/>
              </a:ext>
            </a:extLst>
          </p:cNvPr>
          <p:cNvSpPr>
            <a:spLocks xmlns:a="http://schemas.openxmlformats.org/drawingml/2006/main" noGrp="1"/>
          </p:cNvSpPr>
          <p:nvPr/>
        </p:nvSpPr>
        <p:spPr>
          <a:xfrm xmlns:a="http://schemas.openxmlformats.org/drawingml/2006/main">
            <a:off x="609600" y="14573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36C"/>
                </a:solidFill>
                <a:latin typeface="Arial"/>
                <a:ea typeface="Arial"/>
                <a:cs typeface="Arial"/>
              </a:defRPr>
            </a:defPPr>
            <a:lvl1pPr algn="l">
              <a:defRPr sz="1650" b="0">
                <a:solidFill>
                  <a:srgbClr val="53636C"/>
                </a:solidFill>
                <a:latin typeface="Arial"/>
                <a:ea typeface="Arial"/>
                <a:cs typeface="Arial"/>
              </a:defRPr>
            </a:lvl1pPr>
            <a:lvl2pPr algn="l">
              <a:defRPr sz="1650" b="0">
                <a:solidFill>
                  <a:srgbClr val="53636C"/>
                </a:solidFill>
                <a:latin typeface="Arial"/>
                <a:ea typeface="Arial"/>
                <a:cs typeface="Arial"/>
              </a:defRPr>
            </a:lvl2pPr>
            <a:lvl3pPr algn="l">
              <a:defRPr sz="1650" b="0">
                <a:solidFill>
                  <a:srgbClr val="53636C"/>
                </a:solidFill>
                <a:latin typeface="Arial"/>
                <a:ea typeface="Arial"/>
                <a:cs typeface="Arial"/>
              </a:defRPr>
            </a:lvl3pPr>
            <a:lvl4pPr algn="l">
              <a:defRPr sz="1650" b="0">
                <a:solidFill>
                  <a:srgbClr val="53636C"/>
                </a:solidFill>
                <a:latin typeface="Arial"/>
                <a:ea typeface="Arial"/>
                <a:cs typeface="Arial"/>
              </a:defRPr>
            </a:lvl4pPr>
            <a:lvl5pPr algn="l">
              <a:defRPr sz="1650" b="0">
                <a:solidFill>
                  <a:srgbClr val="53636C"/>
                </a:solidFill>
                <a:latin typeface="Arial"/>
                <a:ea typeface="Arial"/>
                <a:cs typeface="Arial"/>
              </a:defRPr>
            </a:lvl5pPr>
            <a:lvl6pPr algn="l">
              <a:defRPr sz="1650" b="0">
                <a:solidFill>
                  <a:srgbClr val="53636C"/>
                </a:solidFill>
                <a:latin typeface="Arial"/>
                <a:ea typeface="Arial"/>
                <a:cs typeface="Arial"/>
              </a:defRPr>
            </a:lvl6pPr>
            <a:lvl7pPr algn="l">
              <a:defRPr sz="1650" b="0">
                <a:solidFill>
                  <a:srgbClr val="53636C"/>
                </a:solidFill>
                <a:latin typeface="Arial"/>
                <a:ea typeface="Arial"/>
                <a:cs typeface="Arial"/>
              </a:defRPr>
            </a:lvl7pPr>
            <a:lvl8pPr algn="l">
              <a:defRPr sz="1650" b="0">
                <a:solidFill>
                  <a:srgbClr val="53636C"/>
                </a:solidFill>
                <a:latin typeface="Arial"/>
                <a:ea typeface="Arial"/>
                <a:cs typeface="Arial"/>
              </a:defRPr>
            </a:lvl8pPr>
            <a:lvl9pPr algn="l">
              <a:defRPr sz="1650" b="0">
                <a:solidFill>
                  <a:srgbClr val="53636C"/>
                </a:solidFill>
                <a:latin typeface="Arial"/>
                <a:ea typeface="Arial"/>
                <a:cs typeface="Arial"/>
              </a:defRPr>
            </a:lvl9pPr>
          </a:lstStyle>
          <a:p xmlns:a="http://schemas.openxmlformats.org/drawingml/2006/main">
            <a:pPr algn="l">
              <a:defRPr sz="1650" b="0">
                <a:solidFill>
                  <a:srgbClr val="53636C"/>
                </a:solidFill>
                <a:latin typeface="Arial"/>
                <a:ea typeface="Arial"/>
                <a:cs typeface="Arial"/>
              </a:defRPr>
            </a:pPr>
            <a:r>
              <a:rPr sz="1650" b="0">
                <a:solidFill>
                  <a:srgbClr val="53636C"/>
                </a:solidFill>
                <a:latin typeface="Arial"/>
                <a:ea typeface="Arial"/>
                <a:cs typeface="Arial"/>
              </a:rPr>
              <a:t>32 evaluation images, without an added color cast</a:t>
            </a:r>
          </a:p>
        </p:txBody>
      </p:sp>
      <p:sp>
        <p:nvSpPr>
          <p:cNvPr id="3" name="text">
            <a:extLst xmlns:a="http://schemas.openxmlformats.org/drawingml/2006/main">
              <a:ext uri="{FF2B5EF4-FFF2-40B4-BE49-F238E27FC236}">
                <a16:creationId xmlns:a16="http://schemas.microsoft.com/office/drawing/2014/main" id="{184B3F71-CC71-41EC-83F0-B9AE58DE39C6}"/>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36C"/>
                </a:solidFill>
                <a:latin typeface="Arial"/>
                <a:ea typeface="Arial"/>
                <a:cs typeface="Arial"/>
              </a:defRPr>
            </a:defPPr>
            <a:lvl1pPr algn="r">
              <a:defRPr sz="1200" b="0">
                <a:solidFill>
                  <a:srgbClr val="53636C"/>
                </a:solidFill>
                <a:latin typeface="Arial"/>
                <a:ea typeface="Arial"/>
                <a:cs typeface="Arial"/>
              </a:defRPr>
            </a:lvl1pPr>
            <a:lvl2pPr algn="r">
              <a:defRPr sz="1200" b="0">
                <a:solidFill>
                  <a:srgbClr val="53636C"/>
                </a:solidFill>
                <a:latin typeface="Arial"/>
                <a:ea typeface="Arial"/>
                <a:cs typeface="Arial"/>
              </a:defRPr>
            </a:lvl2pPr>
            <a:lvl3pPr algn="r">
              <a:defRPr sz="1200" b="0">
                <a:solidFill>
                  <a:srgbClr val="53636C"/>
                </a:solidFill>
                <a:latin typeface="Arial"/>
                <a:ea typeface="Arial"/>
                <a:cs typeface="Arial"/>
              </a:defRPr>
            </a:lvl3pPr>
            <a:lvl4pPr algn="r">
              <a:defRPr sz="1200" b="0">
                <a:solidFill>
                  <a:srgbClr val="53636C"/>
                </a:solidFill>
                <a:latin typeface="Arial"/>
                <a:ea typeface="Arial"/>
                <a:cs typeface="Arial"/>
              </a:defRPr>
            </a:lvl4pPr>
            <a:lvl5pPr algn="r">
              <a:defRPr sz="1200" b="0">
                <a:solidFill>
                  <a:srgbClr val="53636C"/>
                </a:solidFill>
                <a:latin typeface="Arial"/>
                <a:ea typeface="Arial"/>
                <a:cs typeface="Arial"/>
              </a:defRPr>
            </a:lvl5pPr>
            <a:lvl6pPr algn="r">
              <a:defRPr sz="1200" b="0">
                <a:solidFill>
                  <a:srgbClr val="53636C"/>
                </a:solidFill>
                <a:latin typeface="Arial"/>
                <a:ea typeface="Arial"/>
                <a:cs typeface="Arial"/>
              </a:defRPr>
            </a:lvl6pPr>
            <a:lvl7pPr algn="r">
              <a:defRPr sz="1200" b="0">
                <a:solidFill>
                  <a:srgbClr val="53636C"/>
                </a:solidFill>
                <a:latin typeface="Arial"/>
                <a:ea typeface="Arial"/>
                <a:cs typeface="Arial"/>
              </a:defRPr>
            </a:lvl7pPr>
            <a:lvl8pPr algn="r">
              <a:defRPr sz="1200" b="0">
                <a:solidFill>
                  <a:srgbClr val="53636C"/>
                </a:solidFill>
                <a:latin typeface="Arial"/>
                <a:ea typeface="Arial"/>
                <a:cs typeface="Arial"/>
              </a:defRPr>
            </a:lvl8pPr>
            <a:lvl9pPr algn="r">
              <a:defRPr sz="1200" b="0">
                <a:solidFill>
                  <a:srgbClr val="53636C"/>
                </a:solidFill>
                <a:latin typeface="Arial"/>
                <a:ea typeface="Arial"/>
                <a:cs typeface="Arial"/>
              </a:defRPr>
            </a:lvl9pPr>
          </a:lstStyle>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284DFDEC-27C0-4E35-80C7-59AEDE2EBB12}"/>
              </a:ext>
            </a:extLst>
          </p:cNvPr>
          <p:cNvGraphicFramePr/>
          <p:nvPr/>
        </p:nvGraphicFramePr>
        <p:xfrm>
          <a:off xmlns:a="http://schemas.openxmlformats.org/drawingml/2006/main" x="609600" y="2133600"/>
          <a:ext xmlns:a="http://schemas.openxmlformats.org/drawingml/2006/main" cx="10972800" cy="2924175"/>
        </p:xfrm>
        <a:graphic xmlns:a="http://schemas.openxmlformats.org/drawingml/2006/main">
          <a:graphicData uri="http://schemas.openxmlformats.org/drawingml/2006/table">
            <a:tbl>
              <a:tblPr firstRow="0" bandRow="0"/>
              <a:tblGrid>
                <a:gridCol w="3810000"/>
                <a:gridCol w="2095500"/>
                <a:gridCol w="2286000"/>
                <a:gridCol w="2781300"/>
              </a:tblGrid>
              <a:tr h="584835">
                <a:tc>
                  <a:txBody>
                    <a:bodyPr/>
                    <a:lstStyle/>
                    <a:p>
                      <a:r>
                        <a:rPr sz="1875" b="1">
                          <a:solidFill>
                            <a:srgbClr val="FFFFFF"/>
                          </a:solidFill>
                          <a:latin typeface="Arial"/>
                          <a:ea typeface="Arial"/>
                          <a:cs typeface="Arial"/>
                        </a:rPr>
                        <a:t>Processing</a:t>
                      </a:r>
                    </a:p>
                  </a:txBody>
                  <a:tcPr marL="114300" marR="114300" marT="133350" marB="114300" anchor="ctr">
                    <a:lnL w="5715">
                      <a:solidFill>
                        <a:srgbClr val="DFE4E3"/>
                      </a:solidFill>
                      <a:prstDash val="solid"/>
                    </a:lnL>
                    <a:lnR w="5715">
                      <a:solidFill>
                        <a:srgbClr val="DFE4E3"/>
                      </a:solidFill>
                      <a:prstDash val="solid"/>
                    </a:lnR>
                    <a:lnT w="5715">
                      <a:solidFill>
                        <a:srgbClr val="DFE4E3"/>
                      </a:solidFill>
                      <a:prstDash val="solid"/>
                    </a:lnT>
                    <a:lnB w="5715">
                      <a:solidFill>
                        <a:srgbClr val="DFE4E3"/>
                      </a:solidFill>
                      <a:prstDash val="solid"/>
                    </a:lnB>
                    <a:solidFill>
                      <a:srgbClr val="122C39"/>
                    </a:solidFill>
                  </a:tcPr>
                </a:tc>
                <a:tc>
                  <a:txBody>
                    <a:bodyPr/>
                    <a:lstStyle/>
                    <a:p>
                      <a:r>
                        <a:rPr sz="1875" b="1">
                          <a:solidFill>
                            <a:srgbClr val="FFFFFF"/>
                          </a:solidFill>
                          <a:latin typeface="Arial"/>
                          <a:ea typeface="Arial"/>
                          <a:cs typeface="Arial"/>
                        </a:rPr>
                        <a:t>AbsRel</a:t>
                      </a:r>
                    </a:p>
                  </a:txBody>
                  <a:tcPr marL="114300" marR="114300" marT="133350" marB="114300" anchor="ctr">
                    <a:lnR w="5715">
                      <a:solidFill>
                        <a:srgbClr val="DFE4E3"/>
                      </a:solidFill>
                      <a:prstDash val="solid"/>
                    </a:lnR>
                    <a:lnT w="5715">
                      <a:solidFill>
                        <a:srgbClr val="DFE4E3"/>
                      </a:solidFill>
                      <a:prstDash val="solid"/>
                    </a:lnT>
                    <a:lnB w="5715">
                      <a:solidFill>
                        <a:srgbClr val="DFE4E3"/>
                      </a:solidFill>
                      <a:prstDash val="solid"/>
                    </a:lnB>
                    <a:solidFill>
                      <a:srgbClr val="122C39"/>
                    </a:solidFill>
                  </a:tcPr>
                </a:tc>
                <a:tc>
                  <a:txBody>
                    <a:bodyPr/>
                    <a:lstStyle/>
                    <a:p>
                      <a:r>
                        <a:rPr sz="1875" b="1">
                          <a:solidFill>
                            <a:srgbClr val="FFFFFF"/>
                          </a:solidFill>
                          <a:latin typeface="Arial"/>
                          <a:ea typeface="Arial"/>
                          <a:cs typeface="Arial"/>
                        </a:rPr>
                        <a:t>RMSE (m)</a:t>
                      </a:r>
                    </a:p>
                  </a:txBody>
                  <a:tcPr marL="114300" marR="114300" marT="133350" marB="114300" anchor="ctr">
                    <a:lnR w="5715">
                      <a:solidFill>
                        <a:srgbClr val="DFE4E3"/>
                      </a:solidFill>
                      <a:prstDash val="solid"/>
                    </a:lnR>
                    <a:lnT w="5715">
                      <a:solidFill>
                        <a:srgbClr val="DFE4E3"/>
                      </a:solidFill>
                      <a:prstDash val="solid"/>
                    </a:lnT>
                    <a:lnB w="5715">
                      <a:solidFill>
                        <a:srgbClr val="DFE4E3"/>
                      </a:solidFill>
                      <a:prstDash val="solid"/>
                    </a:lnB>
                    <a:solidFill>
                      <a:srgbClr val="122C39"/>
                    </a:solidFill>
                  </a:tcPr>
                </a:tc>
                <a:tc>
                  <a:txBody>
                    <a:bodyPr/>
                    <a:lstStyle/>
                    <a:p>
                      <a:r>
                        <a:rPr sz="1875" b="1">
                          <a:solidFill>
                            <a:srgbClr val="FFFFFF"/>
                          </a:solidFill>
                          <a:latin typeface="Arial"/>
                          <a:ea typeface="Arial"/>
                          <a:cs typeface="Arial"/>
                        </a:rPr>
                        <a:t>delta1 accuracy</a:t>
                      </a:r>
                    </a:p>
                  </a:txBody>
                  <a:tcPr marL="114300" marR="114300" marT="133350" marB="114300" anchor="ctr">
                    <a:lnR w="5715">
                      <a:solidFill>
                        <a:srgbClr val="DFE4E3"/>
                      </a:solidFill>
                      <a:prstDash val="solid"/>
                    </a:lnR>
                    <a:lnT w="5715">
                      <a:solidFill>
                        <a:srgbClr val="DFE4E3"/>
                      </a:solidFill>
                      <a:prstDash val="solid"/>
                    </a:lnT>
                    <a:lnB w="5715">
                      <a:solidFill>
                        <a:srgbClr val="DFE4E3"/>
                      </a:solidFill>
                      <a:prstDash val="solid"/>
                    </a:lnB>
                    <a:solidFill>
                      <a:srgbClr val="122C39"/>
                    </a:solidFill>
                  </a:tcPr>
                </a:tc>
              </a:tr>
              <a:tr h="584835">
                <a:tc>
                  <a:txBody>
                    <a:bodyPr/>
                    <a:lstStyle/>
                    <a:p>
                      <a:r>
                        <a:rPr sz="1875" b="1">
                          <a:solidFill>
                            <a:srgbClr val="122C39"/>
                          </a:solidFill>
                          <a:latin typeface="Arial"/>
                          <a:ea typeface="Arial"/>
                          <a:cs typeface="Arial"/>
                        </a:rPr>
                        <a:t>No correction</a:t>
                      </a:r>
                    </a:p>
                  </a:txBody>
                  <a:tcPr marL="114300" marR="114300" marT="133350" marB="114300" anchor="ctr">
                    <a:lnL w="5715">
                      <a:solidFill>
                        <a:srgbClr val="DFE4E3"/>
                      </a:solidFill>
                      <a:prstDash val="solid"/>
                    </a:lnL>
                    <a:lnR w="5715">
                      <a:solidFill>
                        <a:srgbClr val="DFE4E3"/>
                      </a:solidFill>
                      <a:prstDash val="solid"/>
                    </a:lnR>
                    <a:lnB w="5715">
                      <a:solidFill>
                        <a:srgbClr val="DFE4E3"/>
                      </a:solidFill>
                      <a:prstDash val="solid"/>
                    </a:lnB>
                    <a:solidFill>
                      <a:srgbClr val="E7F1ED"/>
                    </a:solidFill>
                  </a:tcPr>
                </a:tc>
                <a:tc>
                  <a:txBody>
                    <a:bodyPr/>
                    <a:lstStyle/>
                    <a:p>
                      <a:r>
                        <a:rPr sz="1875" b="1">
                          <a:solidFill>
                            <a:srgbClr val="122C39"/>
                          </a:solidFill>
                          <a:latin typeface="Arial"/>
                          <a:ea typeface="Arial"/>
                          <a:cs typeface="Arial"/>
                        </a:rPr>
                        <a:t>0.246</a:t>
                      </a:r>
                    </a:p>
                  </a:txBody>
                  <a:tcPr marL="114300" marR="114300" marT="133350" marB="114300" anchor="ctr">
                    <a:lnR w="5715">
                      <a:solidFill>
                        <a:srgbClr val="DFE4E3"/>
                      </a:solidFill>
                      <a:prstDash val="solid"/>
                    </a:lnR>
                    <a:lnB w="5715">
                      <a:solidFill>
                        <a:srgbClr val="DFE4E3"/>
                      </a:solidFill>
                      <a:prstDash val="solid"/>
                    </a:lnB>
                    <a:solidFill>
                      <a:srgbClr val="E7F1ED"/>
                    </a:solidFill>
                  </a:tcPr>
                </a:tc>
                <a:tc>
                  <a:txBody>
                    <a:bodyPr/>
                    <a:lstStyle/>
                    <a:p>
                      <a:r>
                        <a:rPr sz="1875" b="1">
                          <a:solidFill>
                            <a:srgbClr val="122C39"/>
                          </a:solidFill>
                          <a:latin typeface="Arial"/>
                          <a:ea typeface="Arial"/>
                          <a:cs typeface="Arial"/>
                        </a:rPr>
                        <a:t>0.796</a:t>
                      </a:r>
                    </a:p>
                  </a:txBody>
                  <a:tcPr marL="114300" marR="114300" marT="133350" marB="114300" anchor="ctr">
                    <a:lnR w="5715">
                      <a:solidFill>
                        <a:srgbClr val="DFE4E3"/>
                      </a:solidFill>
                      <a:prstDash val="solid"/>
                    </a:lnR>
                    <a:lnB w="5715">
                      <a:solidFill>
                        <a:srgbClr val="DFE4E3"/>
                      </a:solidFill>
                      <a:prstDash val="solid"/>
                    </a:lnB>
                    <a:solidFill>
                      <a:srgbClr val="E7F1ED"/>
                    </a:solidFill>
                  </a:tcPr>
                </a:tc>
                <a:tc>
                  <a:txBody>
                    <a:bodyPr/>
                    <a:lstStyle/>
                    <a:p>
                      <a:r>
                        <a:rPr sz="1875" b="1">
                          <a:solidFill>
                            <a:srgbClr val="122C39"/>
                          </a:solidFill>
                          <a:latin typeface="Arial"/>
                          <a:ea typeface="Arial"/>
                          <a:cs typeface="Arial"/>
                        </a:rPr>
                        <a:t>63.1%</a:t>
                      </a:r>
                    </a:p>
                  </a:txBody>
                  <a:tcPr marL="114300" marR="114300" marT="133350" marB="114300" anchor="ctr">
                    <a:lnR w="5715">
                      <a:solidFill>
                        <a:srgbClr val="DFE4E3"/>
                      </a:solidFill>
                      <a:prstDash val="solid"/>
                    </a:lnR>
                    <a:lnB w="5715">
                      <a:solidFill>
                        <a:srgbClr val="DFE4E3"/>
                      </a:solidFill>
                      <a:prstDash val="solid"/>
                    </a:lnB>
                    <a:solidFill>
                      <a:srgbClr val="E7F1ED"/>
                    </a:solidFill>
                  </a:tcPr>
                </a:tc>
              </a:tr>
              <a:tr h="584835">
                <a:tc>
                  <a:txBody>
                    <a:bodyPr/>
                    <a:lstStyle/>
                    <a:p>
                      <a:r>
                        <a:rPr sz="1875">
                          <a:solidFill>
                            <a:srgbClr val="122C39"/>
                          </a:solidFill>
                          <a:latin typeface="Arial"/>
                          <a:ea typeface="Arial"/>
                          <a:cs typeface="Arial"/>
                        </a:rPr>
                        <a:t>Gray-World</a:t>
                      </a:r>
                    </a:p>
                  </a:txBody>
                  <a:tcPr marL="114300" marR="114300" marT="133350" marB="114300" anchor="ctr">
                    <a:lnL w="5715">
                      <a:solidFill>
                        <a:srgbClr val="DFE4E3"/>
                      </a:solidFill>
                      <a:prstDash val="solid"/>
                    </a:lnL>
                    <a:lnR w="5715">
                      <a:solidFill>
                        <a:srgbClr val="DFE4E3"/>
                      </a:solidFill>
                      <a:prstDash val="solid"/>
                    </a:lnR>
                    <a:lnB w="5715">
                      <a:solidFill>
                        <a:srgbClr val="DFE4E3"/>
                      </a:solidFill>
                      <a:prstDash val="solid"/>
                    </a:lnB>
                    <a:solidFill>
                      <a:srgbClr val="FAFAF7"/>
                    </a:solidFill>
                  </a:tcPr>
                </a:tc>
                <a:tc>
                  <a:txBody>
                    <a:bodyPr/>
                    <a:lstStyle/>
                    <a:p>
                      <a:r>
                        <a:rPr sz="1875">
                          <a:solidFill>
                            <a:srgbClr val="122C39"/>
                          </a:solidFill>
                          <a:latin typeface="Arial"/>
                          <a:ea typeface="Arial"/>
                          <a:cs typeface="Arial"/>
                        </a:rPr>
                        <a:t>0.242</a:t>
                      </a:r>
                    </a:p>
                  </a:txBody>
                  <a:tcPr marL="114300" marR="114300" marT="133350" marB="114300" anchor="ctr">
                    <a:lnR w="5715">
                      <a:solidFill>
                        <a:srgbClr val="DFE4E3"/>
                      </a:solidFill>
                      <a:prstDash val="solid"/>
                    </a:lnR>
                    <a:lnB w="5715">
                      <a:solidFill>
                        <a:srgbClr val="DFE4E3"/>
                      </a:solidFill>
                      <a:prstDash val="solid"/>
                    </a:lnB>
                    <a:solidFill>
                      <a:srgbClr val="FAFAF7"/>
                    </a:solidFill>
                  </a:tcPr>
                </a:tc>
                <a:tc>
                  <a:txBody>
                    <a:bodyPr/>
                    <a:lstStyle/>
                    <a:p>
                      <a:r>
                        <a:rPr sz="1875">
                          <a:solidFill>
                            <a:srgbClr val="122C39"/>
                          </a:solidFill>
                          <a:latin typeface="Arial"/>
                          <a:ea typeface="Arial"/>
                          <a:cs typeface="Arial"/>
                        </a:rPr>
                        <a:t>0.781</a:t>
                      </a:r>
                    </a:p>
                  </a:txBody>
                  <a:tcPr marL="114300" marR="114300" marT="133350" marB="114300" anchor="ctr">
                    <a:lnR w="5715">
                      <a:solidFill>
                        <a:srgbClr val="DFE4E3"/>
                      </a:solidFill>
                      <a:prstDash val="solid"/>
                    </a:lnR>
                    <a:lnB w="5715">
                      <a:solidFill>
                        <a:srgbClr val="DFE4E3"/>
                      </a:solidFill>
                      <a:prstDash val="solid"/>
                    </a:lnB>
                    <a:solidFill>
                      <a:srgbClr val="FAFAF7"/>
                    </a:solidFill>
                  </a:tcPr>
                </a:tc>
                <a:tc>
                  <a:txBody>
                    <a:bodyPr/>
                    <a:lstStyle/>
                    <a:p>
                      <a:r>
                        <a:rPr sz="1875">
                          <a:solidFill>
                            <a:srgbClr val="122C39"/>
                          </a:solidFill>
                          <a:latin typeface="Arial"/>
                          <a:ea typeface="Arial"/>
                          <a:cs typeface="Arial"/>
                        </a:rPr>
                        <a:t>64.0%</a:t>
                      </a:r>
                    </a:p>
                  </a:txBody>
                  <a:tcPr marL="114300" marR="114300" marT="133350" marB="114300" anchor="ctr">
                    <a:lnR w="5715">
                      <a:solidFill>
                        <a:srgbClr val="DFE4E3"/>
                      </a:solidFill>
                      <a:prstDash val="solid"/>
                    </a:lnR>
                    <a:lnB w="5715">
                      <a:solidFill>
                        <a:srgbClr val="DFE4E3"/>
                      </a:solidFill>
                      <a:prstDash val="solid"/>
                    </a:lnB>
                    <a:solidFill>
                      <a:srgbClr val="FAFAF7"/>
                    </a:solidFill>
                  </a:tcPr>
                </a:tc>
              </a:tr>
              <a:tr h="584835">
                <a:tc>
                  <a:txBody>
                    <a:bodyPr/>
                    <a:lstStyle/>
                    <a:p>
                      <a:r>
                        <a:rPr sz="1875">
                          <a:solidFill>
                            <a:srgbClr val="122C39"/>
                          </a:solidFill>
                          <a:latin typeface="Arial"/>
                          <a:ea typeface="Arial"/>
                          <a:cs typeface="Arial"/>
                        </a:rPr>
                        <a:t>White-Patch</a:t>
                      </a:r>
                    </a:p>
                  </a:txBody>
                  <a:tcPr marL="114300" marR="114300" marT="133350" marB="114300" anchor="ctr">
                    <a:lnL w="5715">
                      <a:solidFill>
                        <a:srgbClr val="DFE4E3"/>
                      </a:solidFill>
                      <a:prstDash val="solid"/>
                    </a:lnL>
                    <a:lnR w="5715">
                      <a:solidFill>
                        <a:srgbClr val="DFE4E3"/>
                      </a:solidFill>
                      <a:prstDash val="solid"/>
                    </a:lnR>
                    <a:lnB w="5715">
                      <a:solidFill>
                        <a:srgbClr val="DFE4E3"/>
                      </a:solidFill>
                      <a:prstDash val="solid"/>
                    </a:lnB>
                    <a:solidFill>
                      <a:srgbClr val="FAFAF7"/>
                    </a:solidFill>
                  </a:tcPr>
                </a:tc>
                <a:tc>
                  <a:txBody>
                    <a:bodyPr/>
                    <a:lstStyle/>
                    <a:p>
                      <a:r>
                        <a:rPr sz="1875">
                          <a:solidFill>
                            <a:srgbClr val="122C39"/>
                          </a:solidFill>
                          <a:latin typeface="Arial"/>
                          <a:ea typeface="Arial"/>
                          <a:cs typeface="Arial"/>
                        </a:rPr>
                        <a:t>0.246</a:t>
                      </a:r>
                    </a:p>
                  </a:txBody>
                  <a:tcPr marL="114300" marR="114300" marT="133350" marB="114300" anchor="ctr">
                    <a:lnR w="5715">
                      <a:solidFill>
                        <a:srgbClr val="DFE4E3"/>
                      </a:solidFill>
                      <a:prstDash val="solid"/>
                    </a:lnR>
                    <a:lnB w="5715">
                      <a:solidFill>
                        <a:srgbClr val="DFE4E3"/>
                      </a:solidFill>
                      <a:prstDash val="solid"/>
                    </a:lnB>
                    <a:solidFill>
                      <a:srgbClr val="FAFAF7"/>
                    </a:solidFill>
                  </a:tcPr>
                </a:tc>
                <a:tc>
                  <a:txBody>
                    <a:bodyPr/>
                    <a:lstStyle/>
                    <a:p>
                      <a:r>
                        <a:rPr sz="1875">
                          <a:solidFill>
                            <a:srgbClr val="122C39"/>
                          </a:solidFill>
                          <a:latin typeface="Arial"/>
                          <a:ea typeface="Arial"/>
                          <a:cs typeface="Arial"/>
                        </a:rPr>
                        <a:t>0.796</a:t>
                      </a:r>
                    </a:p>
                  </a:txBody>
                  <a:tcPr marL="114300" marR="114300" marT="133350" marB="114300" anchor="ctr">
                    <a:lnR w="5715">
                      <a:solidFill>
                        <a:srgbClr val="DFE4E3"/>
                      </a:solidFill>
                      <a:prstDash val="solid"/>
                    </a:lnR>
                    <a:lnB w="5715">
                      <a:solidFill>
                        <a:srgbClr val="DFE4E3"/>
                      </a:solidFill>
                      <a:prstDash val="solid"/>
                    </a:lnB>
                    <a:solidFill>
                      <a:srgbClr val="FAFAF7"/>
                    </a:solidFill>
                  </a:tcPr>
                </a:tc>
                <a:tc>
                  <a:txBody>
                    <a:bodyPr/>
                    <a:lstStyle/>
                    <a:p>
                      <a:r>
                        <a:rPr sz="1875">
                          <a:solidFill>
                            <a:srgbClr val="122C39"/>
                          </a:solidFill>
                          <a:latin typeface="Arial"/>
                          <a:ea typeface="Arial"/>
                          <a:cs typeface="Arial"/>
                        </a:rPr>
                        <a:t>63.1%</a:t>
                      </a:r>
                    </a:p>
                  </a:txBody>
                  <a:tcPr marL="114300" marR="114300" marT="133350" marB="114300" anchor="ctr">
                    <a:lnR w="5715">
                      <a:solidFill>
                        <a:srgbClr val="DFE4E3"/>
                      </a:solidFill>
                      <a:prstDash val="solid"/>
                    </a:lnR>
                    <a:lnB w="5715">
                      <a:solidFill>
                        <a:srgbClr val="DFE4E3"/>
                      </a:solidFill>
                      <a:prstDash val="solid"/>
                    </a:lnB>
                    <a:solidFill>
                      <a:srgbClr val="FAFAF7"/>
                    </a:solidFill>
                  </a:tcPr>
                </a:tc>
              </a:tr>
              <a:tr h="584835">
                <a:tc>
                  <a:txBody>
                    <a:bodyPr/>
                    <a:lstStyle/>
                    <a:p>
                      <a:r>
                        <a:rPr sz="1875">
                          <a:solidFill>
                            <a:srgbClr val="122C39"/>
                          </a:solidFill>
                          <a:latin typeface="Arial"/>
                          <a:ea typeface="Arial"/>
                          <a:cs typeface="Arial"/>
                        </a:rPr>
                        <a:t>Gray-World half</a:t>
                      </a:r>
                    </a:p>
                  </a:txBody>
                  <a:tcPr marL="114300" marR="114300" marT="133350" marB="114300" anchor="ctr">
                    <a:lnL w="5715">
                      <a:solidFill>
                        <a:srgbClr val="DFE4E3"/>
                      </a:solidFill>
                      <a:prstDash val="solid"/>
                    </a:lnL>
                    <a:lnR w="5715">
                      <a:solidFill>
                        <a:srgbClr val="DFE4E3"/>
                      </a:solidFill>
                      <a:prstDash val="solid"/>
                    </a:lnR>
                    <a:lnB w="5715">
                      <a:solidFill>
                        <a:srgbClr val="DFE4E3"/>
                      </a:solidFill>
                      <a:prstDash val="solid"/>
                    </a:lnB>
                    <a:solidFill>
                      <a:srgbClr val="FAFAF7"/>
                    </a:solidFill>
                  </a:tcPr>
                </a:tc>
                <a:tc>
                  <a:txBody>
                    <a:bodyPr/>
                    <a:lstStyle/>
                    <a:p>
                      <a:r>
                        <a:rPr sz="1875">
                          <a:solidFill>
                            <a:srgbClr val="122C39"/>
                          </a:solidFill>
                          <a:latin typeface="Arial"/>
                          <a:ea typeface="Arial"/>
                          <a:cs typeface="Arial"/>
                        </a:rPr>
                        <a:t>0.244</a:t>
                      </a:r>
                    </a:p>
                  </a:txBody>
                  <a:tcPr marL="114300" marR="114300" marT="133350" marB="114300" anchor="ctr">
                    <a:lnR w="5715">
                      <a:solidFill>
                        <a:srgbClr val="DFE4E3"/>
                      </a:solidFill>
                      <a:prstDash val="solid"/>
                    </a:lnR>
                    <a:lnB w="5715">
                      <a:solidFill>
                        <a:srgbClr val="DFE4E3"/>
                      </a:solidFill>
                      <a:prstDash val="solid"/>
                    </a:lnB>
                    <a:solidFill>
                      <a:srgbClr val="FAFAF7"/>
                    </a:solidFill>
                  </a:tcPr>
                </a:tc>
                <a:tc>
                  <a:txBody>
                    <a:bodyPr/>
                    <a:lstStyle/>
                    <a:p>
                      <a:r>
                        <a:rPr sz="1875">
                          <a:solidFill>
                            <a:srgbClr val="122C39"/>
                          </a:solidFill>
                          <a:latin typeface="Arial"/>
                          <a:ea typeface="Arial"/>
                          <a:cs typeface="Arial"/>
                        </a:rPr>
                        <a:t>0.789</a:t>
                      </a:r>
                    </a:p>
                  </a:txBody>
                  <a:tcPr marL="114300" marR="114300" marT="133350" marB="114300" anchor="ctr">
                    <a:lnR w="5715">
                      <a:solidFill>
                        <a:srgbClr val="DFE4E3"/>
                      </a:solidFill>
                      <a:prstDash val="solid"/>
                    </a:lnR>
                    <a:lnB w="5715">
                      <a:solidFill>
                        <a:srgbClr val="DFE4E3"/>
                      </a:solidFill>
                      <a:prstDash val="solid"/>
                    </a:lnB>
                    <a:solidFill>
                      <a:srgbClr val="FAFAF7"/>
                    </a:solidFill>
                  </a:tcPr>
                </a:tc>
                <a:tc>
                  <a:txBody>
                    <a:bodyPr/>
                    <a:lstStyle/>
                    <a:p>
                      <a:r>
                        <a:rPr sz="1875">
                          <a:solidFill>
                            <a:srgbClr val="122C39"/>
                          </a:solidFill>
                          <a:latin typeface="Arial"/>
                          <a:ea typeface="Arial"/>
                          <a:cs typeface="Arial"/>
                        </a:rPr>
                        <a:t>63.5%</a:t>
                      </a:r>
                    </a:p>
                  </a:txBody>
                  <a:tcPr marL="114300" marR="114300" marT="133350" marB="114300" anchor="ctr">
                    <a:lnR w="5715">
                      <a:solidFill>
                        <a:srgbClr val="DFE4E3"/>
                      </a:solidFill>
                      <a:prstDash val="solid"/>
                    </a:lnR>
                    <a:lnB w="5715">
                      <a:solidFill>
                        <a:srgbClr val="DFE4E3"/>
                      </a:solidFill>
                      <a:prstDash val="solid"/>
                    </a:lnB>
                    <a:solidFill>
                      <a:srgbClr val="FAFAF7"/>
                    </a:solidFill>
                  </a:tcPr>
                </a:tc>
              </a:tr>
            </a:tbl>
          </a:graphicData>
        </a:graphic>
      </p:graphicFrame>
      <p:sp>
        <p:nvSpPr>
          <p:cNvPr id="5" name="text">
            <a:extLst xmlns:a="http://schemas.openxmlformats.org/drawingml/2006/main">
              <a:ext uri="{FF2B5EF4-FFF2-40B4-BE49-F238E27FC236}">
                <a16:creationId xmlns:a16="http://schemas.microsoft.com/office/drawing/2014/main" id="{EB673E78-8DCF-46DA-87E8-05B878F0BDB6}"/>
              </a:ext>
            </a:extLst>
          </p:cNvPr>
          <p:cNvSpPr>
            <a:spLocks xmlns:a="http://schemas.openxmlformats.org/drawingml/2006/main" noGrp="1"/>
          </p:cNvSpPr>
          <p:nvPr/>
        </p:nvSpPr>
        <p:spPr>
          <a:xfrm xmlns:a="http://schemas.openxmlformats.org/drawingml/2006/main">
            <a:off x="609600" y="54006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36C"/>
                </a:solidFill>
                <a:latin typeface="Arial"/>
                <a:ea typeface="Arial"/>
                <a:cs typeface="Arial"/>
              </a:defRPr>
            </a:defPPr>
            <a:lvl1pPr algn="l">
              <a:defRPr sz="1725" b="0">
                <a:solidFill>
                  <a:srgbClr val="53636C"/>
                </a:solidFill>
                <a:latin typeface="Arial"/>
                <a:ea typeface="Arial"/>
                <a:cs typeface="Arial"/>
              </a:defRPr>
            </a:lvl1pPr>
            <a:lvl2pPr algn="l">
              <a:defRPr sz="1725" b="0">
                <a:solidFill>
                  <a:srgbClr val="53636C"/>
                </a:solidFill>
                <a:latin typeface="Arial"/>
                <a:ea typeface="Arial"/>
                <a:cs typeface="Arial"/>
              </a:defRPr>
            </a:lvl2pPr>
            <a:lvl3pPr algn="l">
              <a:defRPr sz="1725" b="0">
                <a:solidFill>
                  <a:srgbClr val="53636C"/>
                </a:solidFill>
                <a:latin typeface="Arial"/>
                <a:ea typeface="Arial"/>
                <a:cs typeface="Arial"/>
              </a:defRPr>
            </a:lvl3pPr>
            <a:lvl4pPr algn="l">
              <a:defRPr sz="1725" b="0">
                <a:solidFill>
                  <a:srgbClr val="53636C"/>
                </a:solidFill>
                <a:latin typeface="Arial"/>
                <a:ea typeface="Arial"/>
                <a:cs typeface="Arial"/>
              </a:defRPr>
            </a:lvl4pPr>
            <a:lvl5pPr algn="l">
              <a:defRPr sz="1725" b="0">
                <a:solidFill>
                  <a:srgbClr val="53636C"/>
                </a:solidFill>
                <a:latin typeface="Arial"/>
                <a:ea typeface="Arial"/>
                <a:cs typeface="Arial"/>
              </a:defRPr>
            </a:lvl5pPr>
            <a:lvl6pPr algn="l">
              <a:defRPr sz="1725" b="0">
                <a:solidFill>
                  <a:srgbClr val="53636C"/>
                </a:solidFill>
                <a:latin typeface="Arial"/>
                <a:ea typeface="Arial"/>
                <a:cs typeface="Arial"/>
              </a:defRPr>
            </a:lvl6pPr>
            <a:lvl7pPr algn="l">
              <a:defRPr sz="1725" b="0">
                <a:solidFill>
                  <a:srgbClr val="53636C"/>
                </a:solidFill>
                <a:latin typeface="Arial"/>
                <a:ea typeface="Arial"/>
                <a:cs typeface="Arial"/>
              </a:defRPr>
            </a:lvl7pPr>
            <a:lvl8pPr algn="l">
              <a:defRPr sz="1725" b="0">
                <a:solidFill>
                  <a:srgbClr val="53636C"/>
                </a:solidFill>
                <a:latin typeface="Arial"/>
                <a:ea typeface="Arial"/>
                <a:cs typeface="Arial"/>
              </a:defRPr>
            </a:lvl8pPr>
            <a:lvl9pPr algn="l">
              <a:defRPr sz="1725" b="0">
                <a:solidFill>
                  <a:srgbClr val="53636C"/>
                </a:solidFill>
                <a:latin typeface="Arial"/>
                <a:ea typeface="Arial"/>
                <a:cs typeface="Arial"/>
              </a:defRPr>
            </a:lvl9pPr>
          </a:lstStyle>
          <a:p xmlns:a="http://schemas.openxmlformats.org/drawingml/2006/main">
            <a:pPr algn="l">
              <a:defRPr sz="1725" b="0">
                <a:solidFill>
                  <a:srgbClr val="53636C"/>
                </a:solidFill>
                <a:latin typeface="Arial"/>
                <a:ea typeface="Arial"/>
                <a:cs typeface="Arial"/>
              </a:defRPr>
            </a:pPr>
            <a:r>
              <a:rPr sz="1725" b="0">
                <a:solidFill>
                  <a:srgbClr val="53636C"/>
                </a:solidFill>
                <a:latin typeface="Arial"/>
                <a:ea typeface="Arial"/>
                <a:cs typeface="Arial"/>
              </a:rPr>
              <a:t>AbsRel and RMSE: lower is better</a:t>
            </a:r>
          </a:p>
          <a:p xmlns:a="http://schemas.openxmlformats.org/drawingml/2006/main">
            <a:pPr algn="l">
              <a:defRPr sz="1725" b="0">
                <a:solidFill>
                  <a:srgbClr val="53636C"/>
                </a:solidFill>
                <a:latin typeface="Arial"/>
                <a:ea typeface="Arial"/>
                <a:cs typeface="Arial"/>
              </a:defRPr>
            </a:pPr>
            <a:r>
              <a:rPr sz="1725" b="0">
                <a:solidFill>
                  <a:srgbClr val="53636C"/>
                </a:solidFill>
                <a:latin typeface="Arial"/>
                <a:ea typeface="Arial"/>
                <a:cs typeface="Arial"/>
              </a:rPr>
              <a:t>delta1: fraction of pixels within a depth ratio of 1.25, higher is better</a:t>
            </a:r>
          </a:p>
        </p:txBody>
      </p:sp>
    </p:spTree>
    <p:extLst>
      <p:ext uri="{BB962C8B-B14F-4D97-AF65-F5344CB8AC3E}">
        <p14:creationId xmlns:p14="http://schemas.microsoft.com/office/powerpoint/2010/main" val="1264674311"/>
      </p:ext>
    </p:extLst>
  </p:cSld>
</p:sld>
</file>

<file path=ppt/slides/slide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502C2C64-A454-46FD-B742-4D194BBC3F9D}"/>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22C39"/>
                </a:solidFill>
                <a:latin typeface="Arial"/>
                <a:ea typeface="Arial"/>
                <a:cs typeface="Arial"/>
              </a:defRPr>
            </a:defPPr>
            <a:lvl1pPr algn="l">
              <a:defRPr sz="3225" b="1">
                <a:solidFill>
                  <a:srgbClr val="122C39"/>
                </a:solidFill>
                <a:latin typeface="Arial"/>
                <a:ea typeface="Arial"/>
                <a:cs typeface="Arial"/>
              </a:defRPr>
            </a:lvl1pPr>
            <a:lvl2pPr algn="l">
              <a:defRPr sz="3225" b="1">
                <a:solidFill>
                  <a:srgbClr val="122C39"/>
                </a:solidFill>
                <a:latin typeface="Arial"/>
                <a:ea typeface="Arial"/>
                <a:cs typeface="Arial"/>
              </a:defRPr>
            </a:lvl2pPr>
            <a:lvl3pPr algn="l">
              <a:defRPr sz="3225" b="1">
                <a:solidFill>
                  <a:srgbClr val="122C39"/>
                </a:solidFill>
                <a:latin typeface="Arial"/>
                <a:ea typeface="Arial"/>
                <a:cs typeface="Arial"/>
              </a:defRPr>
            </a:lvl3pPr>
            <a:lvl4pPr algn="l">
              <a:defRPr sz="3225" b="1">
                <a:solidFill>
                  <a:srgbClr val="122C39"/>
                </a:solidFill>
                <a:latin typeface="Arial"/>
                <a:ea typeface="Arial"/>
                <a:cs typeface="Arial"/>
              </a:defRPr>
            </a:lvl4pPr>
            <a:lvl5pPr algn="l">
              <a:defRPr sz="3225" b="1">
                <a:solidFill>
                  <a:srgbClr val="122C39"/>
                </a:solidFill>
                <a:latin typeface="Arial"/>
                <a:ea typeface="Arial"/>
                <a:cs typeface="Arial"/>
              </a:defRPr>
            </a:lvl5pPr>
            <a:lvl6pPr algn="l">
              <a:defRPr sz="3225" b="1">
                <a:solidFill>
                  <a:srgbClr val="122C39"/>
                </a:solidFill>
                <a:latin typeface="Arial"/>
                <a:ea typeface="Arial"/>
                <a:cs typeface="Arial"/>
              </a:defRPr>
            </a:lvl6pPr>
            <a:lvl7pPr algn="l">
              <a:defRPr sz="3225" b="1">
                <a:solidFill>
                  <a:srgbClr val="122C39"/>
                </a:solidFill>
                <a:latin typeface="Arial"/>
                <a:ea typeface="Arial"/>
                <a:cs typeface="Arial"/>
              </a:defRPr>
            </a:lvl7pPr>
            <a:lvl8pPr algn="l">
              <a:defRPr sz="3225" b="1">
                <a:solidFill>
                  <a:srgbClr val="122C39"/>
                </a:solidFill>
                <a:latin typeface="Arial"/>
                <a:ea typeface="Arial"/>
                <a:cs typeface="Arial"/>
              </a:defRPr>
            </a:lvl8pPr>
            <a:lvl9pPr algn="l">
              <a:defRPr sz="3225" b="1">
                <a:solidFill>
                  <a:srgbClr val="122C39"/>
                </a:solidFill>
                <a:latin typeface="Arial"/>
                <a:ea typeface="Arial"/>
                <a:cs typeface="Arial"/>
              </a:defRPr>
            </a:lvl9pPr>
          </a:lstStyle>
          <a:p xmlns:a="http://schemas.openxmlformats.org/drawingml/2006/main">
            <a:pPr algn="l">
              <a:defRPr sz="3225" b="1">
                <a:solidFill>
                  <a:srgbClr val="122C39"/>
                </a:solidFill>
                <a:latin typeface="Arial"/>
                <a:ea typeface="Arial"/>
                <a:cs typeface="Arial"/>
              </a:defRPr>
            </a:pPr>
            <a:r>
              <a:rPr sz="3225" b="1">
                <a:solidFill>
                  <a:srgbClr val="122C39"/>
                </a:solidFill>
                <a:latin typeface="Arial"/>
                <a:ea typeface="Arial"/>
                <a:cs typeface="Arial"/>
              </a:rPr>
              <a:t>Sensitivity to color casts</a:t>
            </a:r>
          </a:p>
        </p:txBody>
      </p:sp>
      <p:sp>
        <p:nvSpPr>
          <p:cNvPr id="2" name="text">
            <a:extLst xmlns:a="http://schemas.openxmlformats.org/drawingml/2006/main">
              <a:ext uri="{FF2B5EF4-FFF2-40B4-BE49-F238E27FC236}">
                <a16:creationId xmlns:a16="http://schemas.microsoft.com/office/drawing/2014/main" id="{4A920A67-4B8A-4321-B4CD-D043CE5A8A83}"/>
              </a:ext>
            </a:extLst>
          </p:cNvPr>
          <p:cNvSpPr>
            <a:spLocks xmlns:a="http://schemas.openxmlformats.org/drawingml/2006/main" noGrp="1"/>
          </p:cNvSpPr>
          <p:nvPr/>
        </p:nvSpPr>
        <p:spPr>
          <a:xfrm xmlns:a="http://schemas.openxmlformats.org/drawingml/2006/main">
            <a:off x="609600" y="14573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36C"/>
                </a:solidFill>
                <a:latin typeface="Arial"/>
                <a:ea typeface="Arial"/>
                <a:cs typeface="Arial"/>
              </a:defRPr>
            </a:defPPr>
            <a:lvl1pPr algn="l">
              <a:defRPr sz="1650" b="0">
                <a:solidFill>
                  <a:srgbClr val="53636C"/>
                </a:solidFill>
                <a:latin typeface="Arial"/>
                <a:ea typeface="Arial"/>
                <a:cs typeface="Arial"/>
              </a:defRPr>
            </a:lvl1pPr>
            <a:lvl2pPr algn="l">
              <a:defRPr sz="1650" b="0">
                <a:solidFill>
                  <a:srgbClr val="53636C"/>
                </a:solidFill>
                <a:latin typeface="Arial"/>
                <a:ea typeface="Arial"/>
                <a:cs typeface="Arial"/>
              </a:defRPr>
            </a:lvl2pPr>
            <a:lvl3pPr algn="l">
              <a:defRPr sz="1650" b="0">
                <a:solidFill>
                  <a:srgbClr val="53636C"/>
                </a:solidFill>
                <a:latin typeface="Arial"/>
                <a:ea typeface="Arial"/>
                <a:cs typeface="Arial"/>
              </a:defRPr>
            </a:lvl3pPr>
            <a:lvl4pPr algn="l">
              <a:defRPr sz="1650" b="0">
                <a:solidFill>
                  <a:srgbClr val="53636C"/>
                </a:solidFill>
                <a:latin typeface="Arial"/>
                <a:ea typeface="Arial"/>
                <a:cs typeface="Arial"/>
              </a:defRPr>
            </a:lvl4pPr>
            <a:lvl5pPr algn="l">
              <a:defRPr sz="1650" b="0">
                <a:solidFill>
                  <a:srgbClr val="53636C"/>
                </a:solidFill>
                <a:latin typeface="Arial"/>
                <a:ea typeface="Arial"/>
                <a:cs typeface="Arial"/>
              </a:defRPr>
            </a:lvl5pPr>
            <a:lvl6pPr algn="l">
              <a:defRPr sz="1650" b="0">
                <a:solidFill>
                  <a:srgbClr val="53636C"/>
                </a:solidFill>
                <a:latin typeface="Arial"/>
                <a:ea typeface="Arial"/>
                <a:cs typeface="Arial"/>
              </a:defRPr>
            </a:lvl6pPr>
            <a:lvl7pPr algn="l">
              <a:defRPr sz="1650" b="0">
                <a:solidFill>
                  <a:srgbClr val="53636C"/>
                </a:solidFill>
                <a:latin typeface="Arial"/>
                <a:ea typeface="Arial"/>
                <a:cs typeface="Arial"/>
              </a:defRPr>
            </a:lvl7pPr>
            <a:lvl8pPr algn="l">
              <a:defRPr sz="1650" b="0">
                <a:solidFill>
                  <a:srgbClr val="53636C"/>
                </a:solidFill>
                <a:latin typeface="Arial"/>
                <a:ea typeface="Arial"/>
                <a:cs typeface="Arial"/>
              </a:defRPr>
            </a:lvl8pPr>
            <a:lvl9pPr algn="l">
              <a:defRPr sz="1650" b="0">
                <a:solidFill>
                  <a:srgbClr val="53636C"/>
                </a:solidFill>
                <a:latin typeface="Arial"/>
                <a:ea typeface="Arial"/>
                <a:cs typeface="Arial"/>
              </a:defRPr>
            </a:lvl9pPr>
          </a:lstStyle>
          <a:p xmlns:a="http://schemas.openxmlformats.org/drawingml/2006/main">
            <a:pPr algn="l">
              <a:defRPr sz="1650" b="0">
                <a:solidFill>
                  <a:srgbClr val="53636C"/>
                </a:solidFill>
                <a:latin typeface="Arial"/>
                <a:ea typeface="Arial"/>
                <a:cs typeface="Arial"/>
              </a:defRPr>
            </a:pPr>
            <a:r>
              <a:rPr sz="1650" b="0">
                <a:solidFill>
                  <a:srgbClr val="53636C"/>
                </a:solidFill>
                <a:latin typeface="Arial"/>
                <a:ea typeface="Arial"/>
                <a:cs typeface="Arial"/>
              </a:rPr>
              <a:t>No correction, mean per-image AbsRel across 32 images</a:t>
            </a:r>
          </a:p>
        </p:txBody>
      </p:sp>
      <p:sp>
        <p:nvSpPr>
          <p:cNvPr id="3" name="text">
            <a:extLst xmlns:a="http://schemas.openxmlformats.org/drawingml/2006/main">
              <a:ext uri="{FF2B5EF4-FFF2-40B4-BE49-F238E27FC236}">
                <a16:creationId xmlns:a16="http://schemas.microsoft.com/office/drawing/2014/main" id="{F474605F-EAEB-4726-9A8D-D5E9A5A60C5E}"/>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36C"/>
                </a:solidFill>
                <a:latin typeface="Arial"/>
                <a:ea typeface="Arial"/>
                <a:cs typeface="Arial"/>
              </a:defRPr>
            </a:defPPr>
            <a:lvl1pPr algn="r">
              <a:defRPr sz="1200" b="0">
                <a:solidFill>
                  <a:srgbClr val="53636C"/>
                </a:solidFill>
                <a:latin typeface="Arial"/>
                <a:ea typeface="Arial"/>
                <a:cs typeface="Arial"/>
              </a:defRPr>
            </a:lvl1pPr>
            <a:lvl2pPr algn="r">
              <a:defRPr sz="1200" b="0">
                <a:solidFill>
                  <a:srgbClr val="53636C"/>
                </a:solidFill>
                <a:latin typeface="Arial"/>
                <a:ea typeface="Arial"/>
                <a:cs typeface="Arial"/>
              </a:defRPr>
            </a:lvl2pPr>
            <a:lvl3pPr algn="r">
              <a:defRPr sz="1200" b="0">
                <a:solidFill>
                  <a:srgbClr val="53636C"/>
                </a:solidFill>
                <a:latin typeface="Arial"/>
                <a:ea typeface="Arial"/>
                <a:cs typeface="Arial"/>
              </a:defRPr>
            </a:lvl3pPr>
            <a:lvl4pPr algn="r">
              <a:defRPr sz="1200" b="0">
                <a:solidFill>
                  <a:srgbClr val="53636C"/>
                </a:solidFill>
                <a:latin typeface="Arial"/>
                <a:ea typeface="Arial"/>
                <a:cs typeface="Arial"/>
              </a:defRPr>
            </a:lvl4pPr>
            <a:lvl5pPr algn="r">
              <a:defRPr sz="1200" b="0">
                <a:solidFill>
                  <a:srgbClr val="53636C"/>
                </a:solidFill>
                <a:latin typeface="Arial"/>
                <a:ea typeface="Arial"/>
                <a:cs typeface="Arial"/>
              </a:defRPr>
            </a:lvl5pPr>
            <a:lvl6pPr algn="r">
              <a:defRPr sz="1200" b="0">
                <a:solidFill>
                  <a:srgbClr val="53636C"/>
                </a:solidFill>
                <a:latin typeface="Arial"/>
                <a:ea typeface="Arial"/>
                <a:cs typeface="Arial"/>
              </a:defRPr>
            </a:lvl6pPr>
            <a:lvl7pPr algn="r">
              <a:defRPr sz="1200" b="0">
                <a:solidFill>
                  <a:srgbClr val="53636C"/>
                </a:solidFill>
                <a:latin typeface="Arial"/>
                <a:ea typeface="Arial"/>
                <a:cs typeface="Arial"/>
              </a:defRPr>
            </a:lvl7pPr>
            <a:lvl8pPr algn="r">
              <a:defRPr sz="1200" b="0">
                <a:solidFill>
                  <a:srgbClr val="53636C"/>
                </a:solidFill>
                <a:latin typeface="Arial"/>
                <a:ea typeface="Arial"/>
                <a:cs typeface="Arial"/>
              </a:defRPr>
            </a:lvl8pPr>
            <a:lvl9pPr algn="r">
              <a:defRPr sz="1200" b="0">
                <a:solidFill>
                  <a:srgbClr val="53636C"/>
                </a:solidFill>
                <a:latin typeface="Arial"/>
                <a:ea typeface="Arial"/>
                <a:cs typeface="Arial"/>
              </a:defRPr>
            </a:lvl9pPr>
          </a:lstStyle>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07</a:t>
            </a:r>
          </a:p>
        </p:txBody>
      </p:sp>
      <p:graphicFrame>
        <p:nvGraphicFramePr>
          <p:cNvPr id="4" name="Chart">
            <a:extLst xmlns:a="http://schemas.openxmlformats.org/drawingml/2006/main">
              <a:ext uri="{FF2B5EF4-FFF2-40B4-BE49-F238E27FC236}">
                <a16:creationId xmlns:a16="http://schemas.microsoft.com/office/drawing/2014/main" id="{EB6B2D60-3FB4-492A-8F47-3F9F446DF21C}"/>
              </a:ext>
            </a:extLst>
          </p:cNvPr>
          <p:cNvGraphicFramePr/>
          <p:nvPr/>
        </p:nvGraphicFramePr>
        <p:xfrm>
          <a:off xmlns:a="http://schemas.openxmlformats.org/drawingml/2006/main" x="609600" y="2000250"/>
          <a:ext xmlns:a="http://schemas.openxmlformats.org/drawingml/2006/main" cx="10972800" cy="3733800"/>
        </p:xfrm>
        <a:graphic xmlns:a="http://schemas.openxmlformats.org/drawingml/2006/main">
          <a:graphicData uri="http://schemas.openxmlformats.org/drawingml/2006/chart">
            <c:chart xmlns:r="http://schemas.openxmlformats.org/officeDocument/2006/relationships" xmlns:c="http://schemas.openxmlformats.org/drawingml/2006/chart" r:id="R65a4f36805264bcb"/>
          </a:graphicData>
        </a:graphic>
      </p:graphicFrame>
      <p:sp>
        <p:nvSpPr>
          <p:cNvPr id="5" name="text">
            <a:extLst xmlns:a="http://schemas.openxmlformats.org/drawingml/2006/main">
              <a:ext uri="{FF2B5EF4-FFF2-40B4-BE49-F238E27FC236}">
                <a16:creationId xmlns:a16="http://schemas.microsoft.com/office/drawing/2014/main" id="{868F9CFA-8893-4F62-9E16-7797FDEEA07E}"/>
              </a:ext>
            </a:extLst>
          </p:cNvPr>
          <p:cNvSpPr>
            <a:spLocks xmlns:a="http://schemas.openxmlformats.org/drawingml/2006/main" noGrp="1"/>
          </p:cNvSpPr>
          <p:nvPr/>
        </p:nvSpPr>
        <p:spPr>
          <a:xfrm xmlns:a="http://schemas.openxmlformats.org/drawingml/2006/main">
            <a:off x="609600" y="59245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36C"/>
                </a:solidFill>
                <a:latin typeface="Arial"/>
                <a:ea typeface="Arial"/>
                <a:cs typeface="Arial"/>
              </a:defRPr>
            </a:defPPr>
            <a:lvl1pPr algn="l">
              <a:defRPr sz="1725" b="0">
                <a:solidFill>
                  <a:srgbClr val="53636C"/>
                </a:solidFill>
                <a:latin typeface="Arial"/>
                <a:ea typeface="Arial"/>
                <a:cs typeface="Arial"/>
              </a:defRPr>
            </a:lvl1pPr>
            <a:lvl2pPr algn="l">
              <a:defRPr sz="1725" b="0">
                <a:solidFill>
                  <a:srgbClr val="53636C"/>
                </a:solidFill>
                <a:latin typeface="Arial"/>
                <a:ea typeface="Arial"/>
                <a:cs typeface="Arial"/>
              </a:defRPr>
            </a:lvl2pPr>
            <a:lvl3pPr algn="l">
              <a:defRPr sz="1725" b="0">
                <a:solidFill>
                  <a:srgbClr val="53636C"/>
                </a:solidFill>
                <a:latin typeface="Arial"/>
                <a:ea typeface="Arial"/>
                <a:cs typeface="Arial"/>
              </a:defRPr>
            </a:lvl3pPr>
            <a:lvl4pPr algn="l">
              <a:defRPr sz="1725" b="0">
                <a:solidFill>
                  <a:srgbClr val="53636C"/>
                </a:solidFill>
                <a:latin typeface="Arial"/>
                <a:ea typeface="Arial"/>
                <a:cs typeface="Arial"/>
              </a:defRPr>
            </a:lvl4pPr>
            <a:lvl5pPr algn="l">
              <a:defRPr sz="1725" b="0">
                <a:solidFill>
                  <a:srgbClr val="53636C"/>
                </a:solidFill>
                <a:latin typeface="Arial"/>
                <a:ea typeface="Arial"/>
                <a:cs typeface="Arial"/>
              </a:defRPr>
            </a:lvl5pPr>
            <a:lvl6pPr algn="l">
              <a:defRPr sz="1725" b="0">
                <a:solidFill>
                  <a:srgbClr val="53636C"/>
                </a:solidFill>
                <a:latin typeface="Arial"/>
                <a:ea typeface="Arial"/>
                <a:cs typeface="Arial"/>
              </a:defRPr>
            </a:lvl6pPr>
            <a:lvl7pPr algn="l">
              <a:defRPr sz="1725" b="0">
                <a:solidFill>
                  <a:srgbClr val="53636C"/>
                </a:solidFill>
                <a:latin typeface="Arial"/>
                <a:ea typeface="Arial"/>
                <a:cs typeface="Arial"/>
              </a:defRPr>
            </a:lvl7pPr>
            <a:lvl8pPr algn="l">
              <a:defRPr sz="1725" b="0">
                <a:solidFill>
                  <a:srgbClr val="53636C"/>
                </a:solidFill>
                <a:latin typeface="Arial"/>
                <a:ea typeface="Arial"/>
                <a:cs typeface="Arial"/>
              </a:defRPr>
            </a:lvl8pPr>
            <a:lvl9pPr algn="l">
              <a:defRPr sz="1725" b="0">
                <a:solidFill>
                  <a:srgbClr val="53636C"/>
                </a:solidFill>
                <a:latin typeface="Arial"/>
                <a:ea typeface="Arial"/>
                <a:cs typeface="Arial"/>
              </a:defRPr>
            </a:lvl9pPr>
          </a:lstStyle>
          <a:p xmlns:a="http://schemas.openxmlformats.org/drawingml/2006/main">
            <a:pPr algn="l">
              <a:defRPr sz="1725" b="0">
                <a:solidFill>
                  <a:srgbClr val="53636C"/>
                </a:solidFill>
                <a:latin typeface="Arial"/>
                <a:ea typeface="Arial"/>
                <a:cs typeface="Arial"/>
              </a:defRPr>
            </a:pPr>
            <a:r>
              <a:rPr sz="1725" b="0">
                <a:solidFill>
                  <a:srgbClr val="53636C"/>
                </a:solidFill>
                <a:latin typeface="Arial"/>
                <a:ea typeface="Arial"/>
                <a:cs typeface="Arial"/>
              </a:rPr>
              <a:t>Mild and strong casts use fixed channel gains with the same reference depth.</a:t>
            </a:r>
          </a:p>
        </p:txBody>
      </p:sp>
    </p:spTree>
    <p:extLst>
      <p:ext uri="{BB962C8B-B14F-4D97-AF65-F5344CB8AC3E}">
        <p14:creationId xmlns:p14="http://schemas.microsoft.com/office/powerpoint/2010/main" val="1633374108"/>
      </p:ext>
    </p:extLst>
  </p:cSld>
</p:sld>
</file>

<file path=ppt/slides/slide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text">
            <a:extLst xmlns:a="http://schemas.openxmlformats.org/drawingml/2006/main">
              <a:ext uri="{FF2B5EF4-FFF2-40B4-BE49-F238E27FC236}">
                <a16:creationId xmlns:a16="http://schemas.microsoft.com/office/drawing/2014/main" id="{C596187D-CE8E-4662-AA8A-317207C45E46}"/>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22C39"/>
                </a:solidFill>
                <a:latin typeface="Arial"/>
                <a:ea typeface="Arial"/>
                <a:cs typeface="Arial"/>
              </a:defRPr>
            </a:defPPr>
            <a:lvl1pPr algn="l">
              <a:defRPr sz="3225" b="1">
                <a:solidFill>
                  <a:srgbClr val="122C39"/>
                </a:solidFill>
                <a:latin typeface="Arial"/>
                <a:ea typeface="Arial"/>
                <a:cs typeface="Arial"/>
              </a:defRPr>
            </a:lvl1pPr>
            <a:lvl2pPr algn="l">
              <a:defRPr sz="3225" b="1">
                <a:solidFill>
                  <a:srgbClr val="122C39"/>
                </a:solidFill>
                <a:latin typeface="Arial"/>
                <a:ea typeface="Arial"/>
                <a:cs typeface="Arial"/>
              </a:defRPr>
            </a:lvl2pPr>
            <a:lvl3pPr algn="l">
              <a:defRPr sz="3225" b="1">
                <a:solidFill>
                  <a:srgbClr val="122C39"/>
                </a:solidFill>
                <a:latin typeface="Arial"/>
                <a:ea typeface="Arial"/>
                <a:cs typeface="Arial"/>
              </a:defRPr>
            </a:lvl3pPr>
            <a:lvl4pPr algn="l">
              <a:defRPr sz="3225" b="1">
                <a:solidFill>
                  <a:srgbClr val="122C39"/>
                </a:solidFill>
                <a:latin typeface="Arial"/>
                <a:ea typeface="Arial"/>
                <a:cs typeface="Arial"/>
              </a:defRPr>
            </a:lvl4pPr>
            <a:lvl5pPr algn="l">
              <a:defRPr sz="3225" b="1">
                <a:solidFill>
                  <a:srgbClr val="122C39"/>
                </a:solidFill>
                <a:latin typeface="Arial"/>
                <a:ea typeface="Arial"/>
                <a:cs typeface="Arial"/>
              </a:defRPr>
            </a:lvl5pPr>
            <a:lvl6pPr algn="l">
              <a:defRPr sz="3225" b="1">
                <a:solidFill>
                  <a:srgbClr val="122C39"/>
                </a:solidFill>
                <a:latin typeface="Arial"/>
                <a:ea typeface="Arial"/>
                <a:cs typeface="Arial"/>
              </a:defRPr>
            </a:lvl6pPr>
            <a:lvl7pPr algn="l">
              <a:defRPr sz="3225" b="1">
                <a:solidFill>
                  <a:srgbClr val="122C39"/>
                </a:solidFill>
                <a:latin typeface="Arial"/>
                <a:ea typeface="Arial"/>
                <a:cs typeface="Arial"/>
              </a:defRPr>
            </a:lvl7pPr>
            <a:lvl8pPr algn="l">
              <a:defRPr sz="3225" b="1">
                <a:solidFill>
                  <a:srgbClr val="122C39"/>
                </a:solidFill>
                <a:latin typeface="Arial"/>
                <a:ea typeface="Arial"/>
                <a:cs typeface="Arial"/>
              </a:defRPr>
            </a:lvl8pPr>
            <a:lvl9pPr algn="l">
              <a:defRPr sz="3225" b="1">
                <a:solidFill>
                  <a:srgbClr val="122C39"/>
                </a:solidFill>
                <a:latin typeface="Arial"/>
                <a:ea typeface="Arial"/>
                <a:cs typeface="Arial"/>
              </a:defRPr>
            </a:lvl9pPr>
          </a:lstStyle>
          <a:p xmlns:a="http://schemas.openxmlformats.org/drawingml/2006/main">
            <a:pPr algn="l">
              <a:defRPr sz="3225" b="1">
                <a:solidFill>
                  <a:srgbClr val="122C39"/>
                </a:solidFill>
                <a:latin typeface="Arial"/>
                <a:ea typeface="Arial"/>
                <a:cs typeface="Arial"/>
              </a:defRPr>
            </a:pPr>
            <a:r>
              <a:rPr sz="3225" b="1">
                <a:solidFill>
                  <a:srgbClr val="122C39"/>
                </a:solidFill>
                <a:latin typeface="Arial"/>
                <a:ea typeface="Arial"/>
                <a:cs typeface="Arial"/>
              </a:rPr>
              <a:t>Correction performance across color casts</a:t>
            </a:r>
          </a:p>
        </p:txBody>
      </p:sp>
      <p:sp>
        <p:nvSpPr>
          <p:cNvPr id="2" name="text">
            <a:extLst xmlns:a="http://schemas.openxmlformats.org/drawingml/2006/main">
              <a:ext uri="{FF2B5EF4-FFF2-40B4-BE49-F238E27FC236}">
                <a16:creationId xmlns:a16="http://schemas.microsoft.com/office/drawing/2014/main" id="{F20BA732-731D-4836-A7EF-5156EF9B9526}"/>
              </a:ext>
            </a:extLst>
          </p:cNvPr>
          <p:cNvSpPr>
            <a:spLocks xmlns:a="http://schemas.openxmlformats.org/drawingml/2006/main" noGrp="1"/>
          </p:cNvSpPr>
          <p:nvPr/>
        </p:nvSpPr>
        <p:spPr>
          <a:xfrm xmlns:a="http://schemas.openxmlformats.org/drawingml/2006/main">
            <a:off x="609600" y="14573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36C"/>
                </a:solidFill>
                <a:latin typeface="Arial"/>
                <a:ea typeface="Arial"/>
                <a:cs typeface="Arial"/>
              </a:defRPr>
            </a:defPPr>
            <a:lvl1pPr algn="l">
              <a:defRPr sz="1650" b="0">
                <a:solidFill>
                  <a:srgbClr val="53636C"/>
                </a:solidFill>
                <a:latin typeface="Arial"/>
                <a:ea typeface="Arial"/>
                <a:cs typeface="Arial"/>
              </a:defRPr>
            </a:lvl1pPr>
            <a:lvl2pPr algn="l">
              <a:defRPr sz="1650" b="0">
                <a:solidFill>
                  <a:srgbClr val="53636C"/>
                </a:solidFill>
                <a:latin typeface="Arial"/>
                <a:ea typeface="Arial"/>
                <a:cs typeface="Arial"/>
              </a:defRPr>
            </a:lvl2pPr>
            <a:lvl3pPr algn="l">
              <a:defRPr sz="1650" b="0">
                <a:solidFill>
                  <a:srgbClr val="53636C"/>
                </a:solidFill>
                <a:latin typeface="Arial"/>
                <a:ea typeface="Arial"/>
                <a:cs typeface="Arial"/>
              </a:defRPr>
            </a:lvl3pPr>
            <a:lvl4pPr algn="l">
              <a:defRPr sz="1650" b="0">
                <a:solidFill>
                  <a:srgbClr val="53636C"/>
                </a:solidFill>
                <a:latin typeface="Arial"/>
                <a:ea typeface="Arial"/>
                <a:cs typeface="Arial"/>
              </a:defRPr>
            </a:lvl4pPr>
            <a:lvl5pPr algn="l">
              <a:defRPr sz="1650" b="0">
                <a:solidFill>
                  <a:srgbClr val="53636C"/>
                </a:solidFill>
                <a:latin typeface="Arial"/>
                <a:ea typeface="Arial"/>
                <a:cs typeface="Arial"/>
              </a:defRPr>
            </a:lvl5pPr>
            <a:lvl6pPr algn="l">
              <a:defRPr sz="1650" b="0">
                <a:solidFill>
                  <a:srgbClr val="53636C"/>
                </a:solidFill>
                <a:latin typeface="Arial"/>
                <a:ea typeface="Arial"/>
                <a:cs typeface="Arial"/>
              </a:defRPr>
            </a:lvl6pPr>
            <a:lvl7pPr algn="l">
              <a:defRPr sz="1650" b="0">
                <a:solidFill>
                  <a:srgbClr val="53636C"/>
                </a:solidFill>
                <a:latin typeface="Arial"/>
                <a:ea typeface="Arial"/>
                <a:cs typeface="Arial"/>
              </a:defRPr>
            </a:lvl7pPr>
            <a:lvl8pPr algn="l">
              <a:defRPr sz="1650" b="0">
                <a:solidFill>
                  <a:srgbClr val="53636C"/>
                </a:solidFill>
                <a:latin typeface="Arial"/>
                <a:ea typeface="Arial"/>
                <a:cs typeface="Arial"/>
              </a:defRPr>
            </a:lvl8pPr>
            <a:lvl9pPr algn="l">
              <a:defRPr sz="1650" b="0">
                <a:solidFill>
                  <a:srgbClr val="53636C"/>
                </a:solidFill>
                <a:latin typeface="Arial"/>
                <a:ea typeface="Arial"/>
                <a:cs typeface="Arial"/>
              </a:defRPr>
            </a:lvl9pPr>
          </a:lstStyle>
          <a:p xmlns:a="http://schemas.openxmlformats.org/drawingml/2006/main">
            <a:pPr algn="l">
              <a:defRPr sz="1650" b="0">
                <a:solidFill>
                  <a:srgbClr val="53636C"/>
                </a:solidFill>
                <a:latin typeface="Arial"/>
                <a:ea typeface="Arial"/>
                <a:cs typeface="Arial"/>
              </a:defRPr>
            </a:pPr>
            <a:r>
              <a:rPr sz="1650" b="0">
                <a:solidFill>
                  <a:srgbClr val="53636C"/>
                </a:solidFill>
                <a:latin typeface="Arial"/>
                <a:ea typeface="Arial"/>
                <a:cs typeface="Arial"/>
              </a:rPr>
              <a:t>Fixed baselines, six synthetic casts, equal weight for each cast and image</a:t>
            </a:r>
          </a:p>
        </p:txBody>
      </p:sp>
      <p:sp>
        <p:nvSpPr>
          <p:cNvPr id="3" name="text">
            <a:extLst xmlns:a="http://schemas.openxmlformats.org/drawingml/2006/main">
              <a:ext uri="{FF2B5EF4-FFF2-40B4-BE49-F238E27FC236}">
                <a16:creationId xmlns:a16="http://schemas.microsoft.com/office/drawing/2014/main" id="{4D6E478A-3CB3-4101-BBEB-4DAECEB549AE}"/>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36C"/>
                </a:solidFill>
                <a:latin typeface="Arial"/>
                <a:ea typeface="Arial"/>
                <a:cs typeface="Arial"/>
              </a:defRPr>
            </a:defPPr>
            <a:lvl1pPr algn="r">
              <a:defRPr sz="1200" b="0">
                <a:solidFill>
                  <a:srgbClr val="53636C"/>
                </a:solidFill>
                <a:latin typeface="Arial"/>
                <a:ea typeface="Arial"/>
                <a:cs typeface="Arial"/>
              </a:defRPr>
            </a:lvl1pPr>
            <a:lvl2pPr algn="r">
              <a:defRPr sz="1200" b="0">
                <a:solidFill>
                  <a:srgbClr val="53636C"/>
                </a:solidFill>
                <a:latin typeface="Arial"/>
                <a:ea typeface="Arial"/>
                <a:cs typeface="Arial"/>
              </a:defRPr>
            </a:lvl2pPr>
            <a:lvl3pPr algn="r">
              <a:defRPr sz="1200" b="0">
                <a:solidFill>
                  <a:srgbClr val="53636C"/>
                </a:solidFill>
                <a:latin typeface="Arial"/>
                <a:ea typeface="Arial"/>
                <a:cs typeface="Arial"/>
              </a:defRPr>
            </a:lvl3pPr>
            <a:lvl4pPr algn="r">
              <a:defRPr sz="1200" b="0">
                <a:solidFill>
                  <a:srgbClr val="53636C"/>
                </a:solidFill>
                <a:latin typeface="Arial"/>
                <a:ea typeface="Arial"/>
                <a:cs typeface="Arial"/>
              </a:defRPr>
            </a:lvl4pPr>
            <a:lvl5pPr algn="r">
              <a:defRPr sz="1200" b="0">
                <a:solidFill>
                  <a:srgbClr val="53636C"/>
                </a:solidFill>
                <a:latin typeface="Arial"/>
                <a:ea typeface="Arial"/>
                <a:cs typeface="Arial"/>
              </a:defRPr>
            </a:lvl5pPr>
            <a:lvl6pPr algn="r">
              <a:defRPr sz="1200" b="0">
                <a:solidFill>
                  <a:srgbClr val="53636C"/>
                </a:solidFill>
                <a:latin typeface="Arial"/>
                <a:ea typeface="Arial"/>
                <a:cs typeface="Arial"/>
              </a:defRPr>
            </a:lvl6pPr>
            <a:lvl7pPr algn="r">
              <a:defRPr sz="1200" b="0">
                <a:solidFill>
                  <a:srgbClr val="53636C"/>
                </a:solidFill>
                <a:latin typeface="Arial"/>
                <a:ea typeface="Arial"/>
                <a:cs typeface="Arial"/>
              </a:defRPr>
            </a:lvl7pPr>
            <a:lvl8pPr algn="r">
              <a:defRPr sz="1200" b="0">
                <a:solidFill>
                  <a:srgbClr val="53636C"/>
                </a:solidFill>
                <a:latin typeface="Arial"/>
                <a:ea typeface="Arial"/>
                <a:cs typeface="Arial"/>
              </a:defRPr>
            </a:lvl8pPr>
            <a:lvl9pPr algn="r">
              <a:defRPr sz="1200" b="0">
                <a:solidFill>
                  <a:srgbClr val="53636C"/>
                </a:solidFill>
                <a:latin typeface="Arial"/>
                <a:ea typeface="Arial"/>
                <a:cs typeface="Arial"/>
              </a:defRPr>
            </a:lvl9pPr>
          </a:lstStyle>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08</a:t>
            </a:r>
          </a:p>
        </p:txBody>
      </p:sp>
      <p:graphicFrame>
        <p:nvGraphicFramePr>
          <p:cNvPr id="4" name="Chart">
            <a:extLst xmlns:a="http://schemas.openxmlformats.org/drawingml/2006/main">
              <a:ext uri="{FF2B5EF4-FFF2-40B4-BE49-F238E27FC236}">
                <a16:creationId xmlns:a16="http://schemas.microsoft.com/office/drawing/2014/main" id="{21E11663-E79D-46B6-AD0A-984977F26B6D}"/>
              </a:ext>
            </a:extLst>
          </p:cNvPr>
          <p:cNvGraphicFramePr/>
          <p:nvPr/>
        </p:nvGraphicFramePr>
        <p:xfrm>
          <a:off xmlns:a="http://schemas.openxmlformats.org/drawingml/2006/main" x="609600" y="2095500"/>
          <a:ext xmlns:a="http://schemas.openxmlformats.org/drawingml/2006/main" cx="7334250" cy="3590925"/>
        </p:xfrm>
        <a:graphic xmlns:a="http://schemas.openxmlformats.org/drawingml/2006/main">
          <a:graphicData uri="http://schemas.openxmlformats.org/drawingml/2006/chart">
            <c:chart xmlns:r="http://schemas.openxmlformats.org/officeDocument/2006/relationships" xmlns:c="http://schemas.openxmlformats.org/drawingml/2006/chart" r:id="Rf0851e03d8354700"/>
          </a:graphicData>
        </a:graphic>
      </p:graphicFrame>
      <p:sp>
        <p:nvSpPr>
          <p:cNvPr id="5" name="text">
            <a:extLst xmlns:a="http://schemas.openxmlformats.org/drawingml/2006/main">
              <a:ext uri="{FF2B5EF4-FFF2-40B4-BE49-F238E27FC236}">
                <a16:creationId xmlns:a16="http://schemas.microsoft.com/office/drawing/2014/main" id="{175A7CE7-ACE1-4AE0-B353-7BA8CE93BE47}"/>
              </a:ext>
            </a:extLst>
          </p:cNvPr>
          <p:cNvSpPr>
            <a:spLocks xmlns:a="http://schemas.openxmlformats.org/drawingml/2006/main" noGrp="1"/>
          </p:cNvSpPr>
          <p:nvPr/>
        </p:nvSpPr>
        <p:spPr>
          <a:xfrm xmlns:a="http://schemas.openxmlformats.org/drawingml/2006/main">
            <a:off x="8553450" y="19240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36C"/>
                </a:solidFill>
                <a:latin typeface="Arial"/>
                <a:ea typeface="Arial"/>
                <a:cs typeface="Arial"/>
              </a:defRPr>
            </a:defPPr>
            <a:lvl1pPr algn="l">
              <a:defRPr sz="1350" b="0">
                <a:solidFill>
                  <a:srgbClr val="53636C"/>
                </a:solidFill>
                <a:latin typeface="Arial"/>
                <a:ea typeface="Arial"/>
                <a:cs typeface="Arial"/>
              </a:defRPr>
            </a:lvl1pPr>
            <a:lvl2pPr algn="l">
              <a:defRPr sz="1350" b="0">
                <a:solidFill>
                  <a:srgbClr val="53636C"/>
                </a:solidFill>
                <a:latin typeface="Arial"/>
                <a:ea typeface="Arial"/>
                <a:cs typeface="Arial"/>
              </a:defRPr>
            </a:lvl2pPr>
            <a:lvl3pPr algn="l">
              <a:defRPr sz="1350" b="0">
                <a:solidFill>
                  <a:srgbClr val="53636C"/>
                </a:solidFill>
                <a:latin typeface="Arial"/>
                <a:ea typeface="Arial"/>
                <a:cs typeface="Arial"/>
              </a:defRPr>
            </a:lvl3pPr>
            <a:lvl4pPr algn="l">
              <a:defRPr sz="1350" b="0">
                <a:solidFill>
                  <a:srgbClr val="53636C"/>
                </a:solidFill>
                <a:latin typeface="Arial"/>
                <a:ea typeface="Arial"/>
                <a:cs typeface="Arial"/>
              </a:defRPr>
            </a:lvl4pPr>
            <a:lvl5pPr algn="l">
              <a:defRPr sz="1350" b="0">
                <a:solidFill>
                  <a:srgbClr val="53636C"/>
                </a:solidFill>
                <a:latin typeface="Arial"/>
                <a:ea typeface="Arial"/>
                <a:cs typeface="Arial"/>
              </a:defRPr>
            </a:lvl5pPr>
            <a:lvl6pPr algn="l">
              <a:defRPr sz="1350" b="0">
                <a:solidFill>
                  <a:srgbClr val="53636C"/>
                </a:solidFill>
                <a:latin typeface="Arial"/>
                <a:ea typeface="Arial"/>
                <a:cs typeface="Arial"/>
              </a:defRPr>
            </a:lvl6pPr>
            <a:lvl7pPr algn="l">
              <a:defRPr sz="1350" b="0">
                <a:solidFill>
                  <a:srgbClr val="53636C"/>
                </a:solidFill>
                <a:latin typeface="Arial"/>
                <a:ea typeface="Arial"/>
                <a:cs typeface="Arial"/>
              </a:defRPr>
            </a:lvl7pPr>
            <a:lvl8pPr algn="l">
              <a:defRPr sz="1350" b="0">
                <a:solidFill>
                  <a:srgbClr val="53636C"/>
                </a:solidFill>
                <a:latin typeface="Arial"/>
                <a:ea typeface="Arial"/>
                <a:cs typeface="Arial"/>
              </a:defRPr>
            </a:lvl8pPr>
            <a:lvl9pPr algn="l">
              <a:defRPr sz="1350" b="0">
                <a:solidFill>
                  <a:srgbClr val="53636C"/>
                </a:solidFill>
                <a:latin typeface="Arial"/>
                <a:ea typeface="Arial"/>
                <a:cs typeface="Arial"/>
              </a:defRPr>
            </a:lvl9pPr>
          </a:lstStyle>
          <a:p xmlns:a="http://schemas.openxmlformats.org/drawingml/2006/main">
            <a:pPr algn="l">
              <a:defRPr sz="1350" b="0">
                <a:solidFill>
                  <a:srgbClr val="53636C"/>
                </a:solidFill>
                <a:latin typeface="Arial"/>
                <a:ea typeface="Arial"/>
                <a:cs typeface="Arial"/>
              </a:defRPr>
            </a:pPr>
            <a:r>
              <a:rPr sz="1350" b="0">
                <a:solidFill>
                  <a:srgbClr val="53636C"/>
                </a:solidFill>
                <a:latin typeface="Arial"/>
                <a:ea typeface="Arial"/>
                <a:cs typeface="Arial"/>
              </a:rPr>
              <a:t>Lowest among correction baselines</a:t>
            </a:r>
          </a:p>
        </p:txBody>
      </p:sp>
      <p:sp>
        <p:nvSpPr>
          <p:cNvPr id="6" name="text">
            <a:extLst xmlns:a="http://schemas.openxmlformats.org/drawingml/2006/main">
              <a:ext uri="{FF2B5EF4-FFF2-40B4-BE49-F238E27FC236}">
                <a16:creationId xmlns:a16="http://schemas.microsoft.com/office/drawing/2014/main" id="{C391A688-DBAA-4DDC-BE6F-80B6F3495425}"/>
              </a:ext>
            </a:extLst>
          </p:cNvPr>
          <p:cNvSpPr>
            <a:spLocks xmlns:a="http://schemas.openxmlformats.org/drawingml/2006/main" noGrp="1"/>
          </p:cNvSpPr>
          <p:nvPr/>
        </p:nvSpPr>
        <p:spPr>
          <a:xfrm xmlns:a="http://schemas.openxmlformats.org/drawingml/2006/main">
            <a:off x="8553450" y="2324100"/>
            <a:ext cx="3028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C39"/>
                </a:solidFill>
                <a:latin typeface="Arial"/>
                <a:ea typeface="Arial"/>
                <a:cs typeface="Arial"/>
              </a:defRPr>
            </a:defPPr>
            <a:lvl1pPr algn="l">
              <a:defRPr sz="2250" b="1">
                <a:solidFill>
                  <a:srgbClr val="122C39"/>
                </a:solidFill>
                <a:latin typeface="Arial"/>
                <a:ea typeface="Arial"/>
                <a:cs typeface="Arial"/>
              </a:defRPr>
            </a:lvl1pPr>
            <a:lvl2pPr algn="l">
              <a:defRPr sz="2250" b="1">
                <a:solidFill>
                  <a:srgbClr val="122C39"/>
                </a:solidFill>
                <a:latin typeface="Arial"/>
                <a:ea typeface="Arial"/>
                <a:cs typeface="Arial"/>
              </a:defRPr>
            </a:lvl2pPr>
            <a:lvl3pPr algn="l">
              <a:defRPr sz="2250" b="1">
                <a:solidFill>
                  <a:srgbClr val="122C39"/>
                </a:solidFill>
                <a:latin typeface="Arial"/>
                <a:ea typeface="Arial"/>
                <a:cs typeface="Arial"/>
              </a:defRPr>
            </a:lvl3pPr>
            <a:lvl4pPr algn="l">
              <a:defRPr sz="2250" b="1">
                <a:solidFill>
                  <a:srgbClr val="122C39"/>
                </a:solidFill>
                <a:latin typeface="Arial"/>
                <a:ea typeface="Arial"/>
                <a:cs typeface="Arial"/>
              </a:defRPr>
            </a:lvl4pPr>
            <a:lvl5pPr algn="l">
              <a:defRPr sz="2250" b="1">
                <a:solidFill>
                  <a:srgbClr val="122C39"/>
                </a:solidFill>
                <a:latin typeface="Arial"/>
                <a:ea typeface="Arial"/>
                <a:cs typeface="Arial"/>
              </a:defRPr>
            </a:lvl5pPr>
            <a:lvl6pPr algn="l">
              <a:defRPr sz="2250" b="1">
                <a:solidFill>
                  <a:srgbClr val="122C39"/>
                </a:solidFill>
                <a:latin typeface="Arial"/>
                <a:ea typeface="Arial"/>
                <a:cs typeface="Arial"/>
              </a:defRPr>
            </a:lvl6pPr>
            <a:lvl7pPr algn="l">
              <a:defRPr sz="2250" b="1">
                <a:solidFill>
                  <a:srgbClr val="122C39"/>
                </a:solidFill>
                <a:latin typeface="Arial"/>
                <a:ea typeface="Arial"/>
                <a:cs typeface="Arial"/>
              </a:defRPr>
            </a:lvl7pPr>
            <a:lvl8pPr algn="l">
              <a:defRPr sz="2250" b="1">
                <a:solidFill>
                  <a:srgbClr val="122C39"/>
                </a:solidFill>
                <a:latin typeface="Arial"/>
                <a:ea typeface="Arial"/>
                <a:cs typeface="Arial"/>
              </a:defRPr>
            </a:lvl8pPr>
            <a:lvl9pPr algn="l">
              <a:defRPr sz="2250" b="1">
                <a:solidFill>
                  <a:srgbClr val="122C39"/>
                </a:solidFill>
                <a:latin typeface="Arial"/>
                <a:ea typeface="Arial"/>
                <a:cs typeface="Arial"/>
              </a:defRPr>
            </a:lvl9pPr>
          </a:lstStyle>
          <a:p xmlns:a="http://schemas.openxmlformats.org/drawingml/2006/main">
            <a:pPr algn="l">
              <a:defRPr sz="2250" b="1">
                <a:solidFill>
                  <a:srgbClr val="122C39"/>
                </a:solidFill>
                <a:latin typeface="Arial"/>
                <a:ea typeface="Arial"/>
                <a:cs typeface="Arial"/>
              </a:defRPr>
            </a:pPr>
            <a:r>
              <a:rPr sz="2250" b="1">
                <a:solidFill>
                  <a:srgbClr val="122C39"/>
                </a:solidFill>
                <a:latin typeface="Arial"/>
                <a:ea typeface="Arial"/>
                <a:cs typeface="Arial"/>
              </a:rPr>
              <a:t>Gray-World</a:t>
            </a:r>
          </a:p>
        </p:txBody>
      </p:sp>
      <p:sp>
        <p:nvSpPr>
          <p:cNvPr id="7" name="text">
            <a:extLst xmlns:a="http://schemas.openxmlformats.org/drawingml/2006/main">
              <a:ext uri="{FF2B5EF4-FFF2-40B4-BE49-F238E27FC236}">
                <a16:creationId xmlns:a16="http://schemas.microsoft.com/office/drawing/2014/main" id="{243FE6A2-E4A4-4745-B028-4CB26CA97C66}"/>
              </a:ext>
            </a:extLst>
          </p:cNvPr>
          <p:cNvSpPr>
            <a:spLocks xmlns:a="http://schemas.openxmlformats.org/drawingml/2006/main" noGrp="1"/>
          </p:cNvSpPr>
          <p:nvPr/>
        </p:nvSpPr>
        <p:spPr>
          <a:xfrm xmlns:a="http://schemas.openxmlformats.org/drawingml/2006/main">
            <a:off x="8553450" y="3028950"/>
            <a:ext cx="3028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B85C56"/>
                </a:solidFill>
                <a:latin typeface="Arial"/>
                <a:ea typeface="Arial"/>
                <a:cs typeface="Arial"/>
              </a:defRPr>
            </a:defPPr>
            <a:lvl1pPr algn="l">
              <a:defRPr sz="3675" b="1">
                <a:solidFill>
                  <a:srgbClr val="B85C56"/>
                </a:solidFill>
                <a:latin typeface="Arial"/>
                <a:ea typeface="Arial"/>
                <a:cs typeface="Arial"/>
              </a:defRPr>
            </a:lvl1pPr>
            <a:lvl2pPr algn="l">
              <a:defRPr sz="3675" b="1">
                <a:solidFill>
                  <a:srgbClr val="B85C56"/>
                </a:solidFill>
                <a:latin typeface="Arial"/>
                <a:ea typeface="Arial"/>
                <a:cs typeface="Arial"/>
              </a:defRPr>
            </a:lvl2pPr>
            <a:lvl3pPr algn="l">
              <a:defRPr sz="3675" b="1">
                <a:solidFill>
                  <a:srgbClr val="B85C56"/>
                </a:solidFill>
                <a:latin typeface="Arial"/>
                <a:ea typeface="Arial"/>
                <a:cs typeface="Arial"/>
              </a:defRPr>
            </a:lvl3pPr>
            <a:lvl4pPr algn="l">
              <a:defRPr sz="3675" b="1">
                <a:solidFill>
                  <a:srgbClr val="B85C56"/>
                </a:solidFill>
                <a:latin typeface="Arial"/>
                <a:ea typeface="Arial"/>
                <a:cs typeface="Arial"/>
              </a:defRPr>
            </a:lvl4pPr>
            <a:lvl5pPr algn="l">
              <a:defRPr sz="3675" b="1">
                <a:solidFill>
                  <a:srgbClr val="B85C56"/>
                </a:solidFill>
                <a:latin typeface="Arial"/>
                <a:ea typeface="Arial"/>
                <a:cs typeface="Arial"/>
              </a:defRPr>
            </a:lvl5pPr>
            <a:lvl6pPr algn="l">
              <a:defRPr sz="3675" b="1">
                <a:solidFill>
                  <a:srgbClr val="B85C56"/>
                </a:solidFill>
                <a:latin typeface="Arial"/>
                <a:ea typeface="Arial"/>
                <a:cs typeface="Arial"/>
              </a:defRPr>
            </a:lvl6pPr>
            <a:lvl7pPr algn="l">
              <a:defRPr sz="3675" b="1">
                <a:solidFill>
                  <a:srgbClr val="B85C56"/>
                </a:solidFill>
                <a:latin typeface="Arial"/>
                <a:ea typeface="Arial"/>
                <a:cs typeface="Arial"/>
              </a:defRPr>
            </a:lvl7pPr>
            <a:lvl8pPr algn="l">
              <a:defRPr sz="3675" b="1">
                <a:solidFill>
                  <a:srgbClr val="B85C56"/>
                </a:solidFill>
                <a:latin typeface="Arial"/>
                <a:ea typeface="Arial"/>
                <a:cs typeface="Arial"/>
              </a:defRPr>
            </a:lvl8pPr>
            <a:lvl9pPr algn="l">
              <a:defRPr sz="3675" b="1">
                <a:solidFill>
                  <a:srgbClr val="B85C56"/>
                </a:solidFill>
                <a:latin typeface="Arial"/>
                <a:ea typeface="Arial"/>
                <a:cs typeface="Arial"/>
              </a:defRPr>
            </a:lvl9pPr>
          </a:lstStyle>
          <a:p xmlns:a="http://schemas.openxmlformats.org/drawingml/2006/main">
            <a:pPr algn="l">
              <a:defRPr sz="3675" b="1">
                <a:solidFill>
                  <a:srgbClr val="B85C56"/>
                </a:solidFill>
                <a:latin typeface="Arial"/>
                <a:ea typeface="Arial"/>
                <a:cs typeface="Arial"/>
              </a:defRPr>
            </a:pPr>
            <a:r>
              <a:rPr sz="3675" b="1">
                <a:solidFill>
                  <a:srgbClr val="B85C56"/>
                </a:solidFill>
                <a:latin typeface="Arial"/>
                <a:ea typeface="Arial"/>
                <a:cs typeface="Arial"/>
              </a:rPr>
              <a:t>0.6%</a:t>
            </a:r>
          </a:p>
        </p:txBody>
      </p:sp>
      <p:sp>
        <p:nvSpPr>
          <p:cNvPr id="8" name="text">
            <a:extLst xmlns:a="http://schemas.openxmlformats.org/drawingml/2006/main">
              <a:ext uri="{FF2B5EF4-FFF2-40B4-BE49-F238E27FC236}">
                <a16:creationId xmlns:a16="http://schemas.microsoft.com/office/drawing/2014/main" id="{8B675B15-3212-4FFA-B724-A2EA66C4E164}"/>
              </a:ext>
            </a:extLst>
          </p:cNvPr>
          <p:cNvSpPr>
            <a:spLocks xmlns:a="http://schemas.openxmlformats.org/drawingml/2006/main" noGrp="1"/>
          </p:cNvSpPr>
          <p:nvPr/>
        </p:nvSpPr>
        <p:spPr>
          <a:xfrm xmlns:a="http://schemas.openxmlformats.org/drawingml/2006/main">
            <a:off x="8553450" y="3705225"/>
            <a:ext cx="30289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C"/>
                </a:solidFill>
                <a:latin typeface="Arial"/>
                <a:ea typeface="Arial"/>
                <a:cs typeface="Arial"/>
              </a:defRPr>
            </a:defPPr>
            <a:lvl1pPr algn="l">
              <a:defRPr sz="1800" b="0">
                <a:solidFill>
                  <a:srgbClr val="53636C"/>
                </a:solidFill>
                <a:latin typeface="Arial"/>
                <a:ea typeface="Arial"/>
                <a:cs typeface="Arial"/>
              </a:defRPr>
            </a:lvl1pPr>
            <a:lvl2pPr algn="l">
              <a:defRPr sz="1800" b="0">
                <a:solidFill>
                  <a:srgbClr val="53636C"/>
                </a:solidFill>
                <a:latin typeface="Arial"/>
                <a:ea typeface="Arial"/>
                <a:cs typeface="Arial"/>
              </a:defRPr>
            </a:lvl2pPr>
            <a:lvl3pPr algn="l">
              <a:defRPr sz="1800" b="0">
                <a:solidFill>
                  <a:srgbClr val="53636C"/>
                </a:solidFill>
                <a:latin typeface="Arial"/>
                <a:ea typeface="Arial"/>
                <a:cs typeface="Arial"/>
              </a:defRPr>
            </a:lvl3pPr>
            <a:lvl4pPr algn="l">
              <a:defRPr sz="1800" b="0">
                <a:solidFill>
                  <a:srgbClr val="53636C"/>
                </a:solidFill>
                <a:latin typeface="Arial"/>
                <a:ea typeface="Arial"/>
                <a:cs typeface="Arial"/>
              </a:defRPr>
            </a:lvl4pPr>
            <a:lvl5pPr algn="l">
              <a:defRPr sz="1800" b="0">
                <a:solidFill>
                  <a:srgbClr val="53636C"/>
                </a:solidFill>
                <a:latin typeface="Arial"/>
                <a:ea typeface="Arial"/>
                <a:cs typeface="Arial"/>
              </a:defRPr>
            </a:lvl5pPr>
            <a:lvl6pPr algn="l">
              <a:defRPr sz="1800" b="0">
                <a:solidFill>
                  <a:srgbClr val="53636C"/>
                </a:solidFill>
                <a:latin typeface="Arial"/>
                <a:ea typeface="Arial"/>
                <a:cs typeface="Arial"/>
              </a:defRPr>
            </a:lvl6pPr>
            <a:lvl7pPr algn="l">
              <a:defRPr sz="1800" b="0">
                <a:solidFill>
                  <a:srgbClr val="53636C"/>
                </a:solidFill>
                <a:latin typeface="Arial"/>
                <a:ea typeface="Arial"/>
                <a:cs typeface="Arial"/>
              </a:defRPr>
            </a:lvl7pPr>
            <a:lvl8pPr algn="l">
              <a:defRPr sz="1800" b="0">
                <a:solidFill>
                  <a:srgbClr val="53636C"/>
                </a:solidFill>
                <a:latin typeface="Arial"/>
                <a:ea typeface="Arial"/>
                <a:cs typeface="Arial"/>
              </a:defRPr>
            </a:lvl8pPr>
            <a:lvl9pPr algn="l">
              <a:defRPr sz="1800" b="0">
                <a:solidFill>
                  <a:srgbClr val="53636C"/>
                </a:solidFill>
                <a:latin typeface="Arial"/>
                <a:ea typeface="Arial"/>
                <a:cs typeface="Arial"/>
              </a:defRPr>
            </a:lvl9pPr>
          </a:lstStyle>
          <a:p xmlns:a="http://schemas.openxmlformats.org/drawingml/2006/main">
            <a:pPr algn="l">
              <a:defRPr sz="1800" b="0">
                <a:solidFill>
                  <a:srgbClr val="53636C"/>
                </a:solidFill>
                <a:latin typeface="Arial"/>
                <a:ea typeface="Arial"/>
                <a:cs typeface="Arial"/>
              </a:defRPr>
            </a:pPr>
            <a:r>
              <a:rPr sz="1800" b="0">
                <a:solidFill>
                  <a:srgbClr val="53636C"/>
                </a:solidFill>
                <a:latin typeface="Arial"/>
                <a:ea typeface="Arial"/>
                <a:cs typeface="Arial"/>
              </a:rPr>
              <a:t>mean error increase</a:t>
            </a:r>
          </a:p>
          <a:p xmlns:a="http://schemas.openxmlformats.org/drawingml/2006/main">
            <a:pPr algn="l">
              <a:defRPr sz="1800" b="0">
                <a:solidFill>
                  <a:srgbClr val="53636C"/>
                </a:solidFill>
                <a:latin typeface="Arial"/>
                <a:ea typeface="Arial"/>
                <a:cs typeface="Arial"/>
              </a:defRPr>
            </a:pPr>
            <a:r>
              <a:rPr sz="1800" b="0">
                <a:solidFill>
                  <a:srgbClr val="53636C"/>
                </a:solidFill>
                <a:latin typeface="Arial"/>
                <a:ea typeface="Arial"/>
                <a:cs typeface="Arial"/>
              </a:rPr>
              <a:t>against no correction</a:t>
            </a:r>
          </a:p>
        </p:txBody>
      </p:sp>
      <p:sp>
        <p:nvSpPr>
          <p:cNvPr id="9" name="text">
            <a:extLst xmlns:a="http://schemas.openxmlformats.org/drawingml/2006/main">
              <a:ext uri="{FF2B5EF4-FFF2-40B4-BE49-F238E27FC236}">
                <a16:creationId xmlns:a16="http://schemas.microsoft.com/office/drawing/2014/main" id="{5BA64F8D-8D01-4F0D-AEEC-AFFD2F2669F0}"/>
              </a:ext>
            </a:extLst>
          </p:cNvPr>
          <p:cNvSpPr>
            <a:spLocks xmlns:a="http://schemas.openxmlformats.org/drawingml/2006/main" noGrp="1"/>
          </p:cNvSpPr>
          <p:nvPr/>
        </p:nvSpPr>
        <p:spPr>
          <a:xfrm xmlns:a="http://schemas.openxmlformats.org/drawingml/2006/main">
            <a:off x="8553450" y="4714875"/>
            <a:ext cx="3028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36C"/>
                </a:solidFill>
                <a:latin typeface="Arial"/>
                <a:ea typeface="Arial"/>
                <a:cs typeface="Arial"/>
              </a:defRPr>
            </a:defPPr>
            <a:lvl1pPr algn="l">
              <a:defRPr sz="1725" b="0">
                <a:solidFill>
                  <a:srgbClr val="53636C"/>
                </a:solidFill>
                <a:latin typeface="Arial"/>
                <a:ea typeface="Arial"/>
                <a:cs typeface="Arial"/>
              </a:defRPr>
            </a:lvl1pPr>
            <a:lvl2pPr algn="l">
              <a:defRPr sz="1725" b="0">
                <a:solidFill>
                  <a:srgbClr val="53636C"/>
                </a:solidFill>
                <a:latin typeface="Arial"/>
                <a:ea typeface="Arial"/>
                <a:cs typeface="Arial"/>
              </a:defRPr>
            </a:lvl2pPr>
            <a:lvl3pPr algn="l">
              <a:defRPr sz="1725" b="0">
                <a:solidFill>
                  <a:srgbClr val="53636C"/>
                </a:solidFill>
                <a:latin typeface="Arial"/>
                <a:ea typeface="Arial"/>
                <a:cs typeface="Arial"/>
              </a:defRPr>
            </a:lvl3pPr>
            <a:lvl4pPr algn="l">
              <a:defRPr sz="1725" b="0">
                <a:solidFill>
                  <a:srgbClr val="53636C"/>
                </a:solidFill>
                <a:latin typeface="Arial"/>
                <a:ea typeface="Arial"/>
                <a:cs typeface="Arial"/>
              </a:defRPr>
            </a:lvl4pPr>
            <a:lvl5pPr algn="l">
              <a:defRPr sz="1725" b="0">
                <a:solidFill>
                  <a:srgbClr val="53636C"/>
                </a:solidFill>
                <a:latin typeface="Arial"/>
                <a:ea typeface="Arial"/>
                <a:cs typeface="Arial"/>
              </a:defRPr>
            </a:lvl5pPr>
            <a:lvl6pPr algn="l">
              <a:defRPr sz="1725" b="0">
                <a:solidFill>
                  <a:srgbClr val="53636C"/>
                </a:solidFill>
                <a:latin typeface="Arial"/>
                <a:ea typeface="Arial"/>
                <a:cs typeface="Arial"/>
              </a:defRPr>
            </a:lvl6pPr>
            <a:lvl7pPr algn="l">
              <a:defRPr sz="1725" b="0">
                <a:solidFill>
                  <a:srgbClr val="53636C"/>
                </a:solidFill>
                <a:latin typeface="Arial"/>
                <a:ea typeface="Arial"/>
                <a:cs typeface="Arial"/>
              </a:defRPr>
            </a:lvl7pPr>
            <a:lvl8pPr algn="l">
              <a:defRPr sz="1725" b="0">
                <a:solidFill>
                  <a:srgbClr val="53636C"/>
                </a:solidFill>
                <a:latin typeface="Arial"/>
                <a:ea typeface="Arial"/>
                <a:cs typeface="Arial"/>
              </a:defRPr>
            </a:lvl8pPr>
            <a:lvl9pPr algn="l">
              <a:defRPr sz="1725" b="0">
                <a:solidFill>
                  <a:srgbClr val="53636C"/>
                </a:solidFill>
                <a:latin typeface="Arial"/>
                <a:ea typeface="Arial"/>
                <a:cs typeface="Arial"/>
              </a:defRPr>
            </a:lvl9pPr>
          </a:lstStyle>
          <a:p xmlns:a="http://schemas.openxmlformats.org/drawingml/2006/main">
            <a:pPr algn="l">
              <a:defRPr sz="1725" b="0">
                <a:solidFill>
                  <a:srgbClr val="53636C"/>
                </a:solidFill>
                <a:latin typeface="Arial"/>
                <a:ea typeface="Arial"/>
                <a:cs typeface="Arial"/>
              </a:defRPr>
            </a:pPr>
            <a:r>
              <a:rPr sz="1725" b="0">
                <a:solidFill>
                  <a:srgbClr val="53636C"/>
                </a:solidFill>
                <a:latin typeface="Arial"/>
                <a:ea typeface="Arial"/>
                <a:cs typeface="Arial"/>
              </a:rPr>
              <a:t>19/32 images improve</a:t>
            </a:r>
          </a:p>
          <a:p xmlns:a="http://schemas.openxmlformats.org/drawingml/2006/main">
            <a:pPr algn="l">
              <a:defRPr sz="1725" b="0">
                <a:solidFill>
                  <a:srgbClr val="53636C"/>
                </a:solidFill>
                <a:latin typeface="Arial"/>
                <a:ea typeface="Arial"/>
                <a:cs typeface="Arial"/>
              </a:defRPr>
            </a:pPr>
            <a:r>
              <a:rPr sz="1725" b="0">
                <a:solidFill>
                  <a:srgbClr val="53636C"/>
                </a:solidFill>
                <a:latin typeface="Arial"/>
                <a:ea typeface="Arial"/>
                <a:cs typeface="Arial"/>
              </a:rPr>
              <a:t>when averaging their six casts</a:t>
            </a:r>
          </a:p>
        </p:txBody>
      </p:sp>
      <p:sp>
        <p:nvSpPr>
          <p:cNvPr id="10" name="text">
            <a:extLst xmlns:a="http://schemas.openxmlformats.org/drawingml/2006/main">
              <a:ext uri="{FF2B5EF4-FFF2-40B4-BE49-F238E27FC236}">
                <a16:creationId xmlns:a16="http://schemas.microsoft.com/office/drawing/2014/main" id="{768EDC94-04BF-4A59-96F4-1C43B62670C2}"/>
              </a:ext>
            </a:extLst>
          </p:cNvPr>
          <p:cNvSpPr>
            <a:spLocks xmlns:a="http://schemas.openxmlformats.org/drawingml/2006/main" noGrp="1"/>
          </p:cNvSpPr>
          <p:nvPr/>
        </p:nvSpPr>
        <p:spPr>
          <a:xfrm xmlns:a="http://schemas.openxmlformats.org/drawingml/2006/main">
            <a:off x="609600" y="5762625"/>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3636C"/>
                </a:solidFill>
                <a:latin typeface="Arial"/>
                <a:ea typeface="Arial"/>
                <a:cs typeface="Arial"/>
              </a:defRPr>
            </a:defPPr>
            <a:lvl1pPr algn="l">
              <a:defRPr sz="1500" b="0">
                <a:solidFill>
                  <a:srgbClr val="53636C"/>
                </a:solidFill>
                <a:latin typeface="Arial"/>
                <a:ea typeface="Arial"/>
                <a:cs typeface="Arial"/>
              </a:defRPr>
            </a:lvl1pPr>
            <a:lvl2pPr algn="l">
              <a:defRPr sz="1500" b="0">
                <a:solidFill>
                  <a:srgbClr val="53636C"/>
                </a:solidFill>
                <a:latin typeface="Arial"/>
                <a:ea typeface="Arial"/>
                <a:cs typeface="Arial"/>
              </a:defRPr>
            </a:lvl2pPr>
            <a:lvl3pPr algn="l">
              <a:defRPr sz="1500" b="0">
                <a:solidFill>
                  <a:srgbClr val="53636C"/>
                </a:solidFill>
                <a:latin typeface="Arial"/>
                <a:ea typeface="Arial"/>
                <a:cs typeface="Arial"/>
              </a:defRPr>
            </a:lvl3pPr>
            <a:lvl4pPr algn="l">
              <a:defRPr sz="1500" b="0">
                <a:solidFill>
                  <a:srgbClr val="53636C"/>
                </a:solidFill>
                <a:latin typeface="Arial"/>
                <a:ea typeface="Arial"/>
                <a:cs typeface="Arial"/>
              </a:defRPr>
            </a:lvl4pPr>
            <a:lvl5pPr algn="l">
              <a:defRPr sz="1500" b="0">
                <a:solidFill>
                  <a:srgbClr val="53636C"/>
                </a:solidFill>
                <a:latin typeface="Arial"/>
                <a:ea typeface="Arial"/>
                <a:cs typeface="Arial"/>
              </a:defRPr>
            </a:lvl5pPr>
            <a:lvl6pPr algn="l">
              <a:defRPr sz="1500" b="0">
                <a:solidFill>
                  <a:srgbClr val="53636C"/>
                </a:solidFill>
                <a:latin typeface="Arial"/>
                <a:ea typeface="Arial"/>
                <a:cs typeface="Arial"/>
              </a:defRPr>
            </a:lvl6pPr>
            <a:lvl7pPr algn="l">
              <a:defRPr sz="1500" b="0">
                <a:solidFill>
                  <a:srgbClr val="53636C"/>
                </a:solidFill>
                <a:latin typeface="Arial"/>
                <a:ea typeface="Arial"/>
                <a:cs typeface="Arial"/>
              </a:defRPr>
            </a:lvl7pPr>
            <a:lvl8pPr algn="l">
              <a:defRPr sz="1500" b="0">
                <a:solidFill>
                  <a:srgbClr val="53636C"/>
                </a:solidFill>
                <a:latin typeface="Arial"/>
                <a:ea typeface="Arial"/>
                <a:cs typeface="Arial"/>
              </a:defRPr>
            </a:lvl8pPr>
            <a:lvl9pPr algn="l">
              <a:defRPr sz="1500" b="0">
                <a:solidFill>
                  <a:srgbClr val="53636C"/>
                </a:solidFill>
                <a:latin typeface="Arial"/>
                <a:ea typeface="Arial"/>
                <a:cs typeface="Arial"/>
              </a:defRPr>
            </a:lvl9pPr>
          </a:lstStyle>
          <a:p xmlns:a="http://schemas.openxmlformats.org/drawingml/2006/main">
            <a:pPr algn="l">
              <a:defRPr sz="1500" b="0">
                <a:solidFill>
                  <a:srgbClr val="53636C"/>
                </a:solidFill>
                <a:latin typeface="Arial"/>
                <a:ea typeface="Arial"/>
                <a:cs typeface="Arial"/>
              </a:defRPr>
            </a:pPr>
            <a:r>
              <a:rPr sz="1500" b="0">
                <a:solidFill>
                  <a:srgbClr val="53636C"/>
                </a:solidFill>
                <a:latin typeface="Arial"/>
                <a:ea typeface="Arial"/>
                <a:cs typeface="Arial"/>
              </a:rPr>
              <a:t>Paired AbsRel reduction -0.0015, 95% bootstrap CI [-0.0061, 0.0025]</a:t>
            </a:r>
          </a:p>
          <a:p xmlns:a="http://schemas.openxmlformats.org/drawingml/2006/main">
            <a:pPr algn="l">
              <a:defRPr sz="1500" b="0">
                <a:solidFill>
                  <a:srgbClr val="53636C"/>
                </a:solidFill>
                <a:latin typeface="Arial"/>
                <a:ea typeface="Arial"/>
                <a:cs typeface="Arial"/>
              </a:defRPr>
            </a:pPr>
            <a:r>
              <a:rPr sz="1500" b="0">
                <a:solidFill>
                  <a:srgbClr val="53636C"/>
                </a:solidFill>
                <a:latin typeface="Arial"/>
                <a:ea typeface="Arial"/>
                <a:cs typeface="Arial"/>
              </a:rPr>
              <a:t>The interval crosses zero. This pilot does not establish an average benefit.</a:t>
            </a:r>
          </a:p>
        </p:txBody>
      </p:sp>
    </p:spTree>
    <p:extLst>
      <p:ext uri="{BB962C8B-B14F-4D97-AF65-F5344CB8AC3E}">
        <p14:creationId xmlns:p14="http://schemas.microsoft.com/office/powerpoint/2010/main" val="298827127"/>
      </p:ext>
    </p:extLst>
  </p:cSld>
</p:sld>
</file>

<file path=ppt/slides/slide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5" name="text">
            <a:extLst xmlns:a="http://schemas.openxmlformats.org/drawingml/2006/main">
              <a:ext uri="{FF2B5EF4-FFF2-40B4-BE49-F238E27FC236}">
                <a16:creationId xmlns:a16="http://schemas.microsoft.com/office/drawing/2014/main" id="{838A0CFB-B362-4ABE-A41A-76BEC2F414DD}"/>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22C39"/>
                </a:solidFill>
                <a:latin typeface="Arial"/>
                <a:ea typeface="Arial"/>
                <a:cs typeface="Arial"/>
              </a:defRPr>
            </a:defPPr>
            <a:lvl1pPr algn="l">
              <a:defRPr sz="3225" b="1">
                <a:solidFill>
                  <a:srgbClr val="122C39"/>
                </a:solidFill>
                <a:latin typeface="Arial"/>
                <a:ea typeface="Arial"/>
                <a:cs typeface="Arial"/>
              </a:defRPr>
            </a:lvl1pPr>
            <a:lvl2pPr algn="l">
              <a:defRPr sz="3225" b="1">
                <a:solidFill>
                  <a:srgbClr val="122C39"/>
                </a:solidFill>
                <a:latin typeface="Arial"/>
                <a:ea typeface="Arial"/>
                <a:cs typeface="Arial"/>
              </a:defRPr>
            </a:lvl2pPr>
            <a:lvl3pPr algn="l">
              <a:defRPr sz="3225" b="1">
                <a:solidFill>
                  <a:srgbClr val="122C39"/>
                </a:solidFill>
                <a:latin typeface="Arial"/>
                <a:ea typeface="Arial"/>
                <a:cs typeface="Arial"/>
              </a:defRPr>
            </a:lvl3pPr>
            <a:lvl4pPr algn="l">
              <a:defRPr sz="3225" b="1">
                <a:solidFill>
                  <a:srgbClr val="122C39"/>
                </a:solidFill>
                <a:latin typeface="Arial"/>
                <a:ea typeface="Arial"/>
                <a:cs typeface="Arial"/>
              </a:defRPr>
            </a:lvl4pPr>
            <a:lvl5pPr algn="l">
              <a:defRPr sz="3225" b="1">
                <a:solidFill>
                  <a:srgbClr val="122C39"/>
                </a:solidFill>
                <a:latin typeface="Arial"/>
                <a:ea typeface="Arial"/>
                <a:cs typeface="Arial"/>
              </a:defRPr>
            </a:lvl5pPr>
            <a:lvl6pPr algn="l">
              <a:defRPr sz="3225" b="1">
                <a:solidFill>
                  <a:srgbClr val="122C39"/>
                </a:solidFill>
                <a:latin typeface="Arial"/>
                <a:ea typeface="Arial"/>
                <a:cs typeface="Arial"/>
              </a:defRPr>
            </a:lvl6pPr>
            <a:lvl7pPr algn="l">
              <a:defRPr sz="3225" b="1">
                <a:solidFill>
                  <a:srgbClr val="122C39"/>
                </a:solidFill>
                <a:latin typeface="Arial"/>
                <a:ea typeface="Arial"/>
                <a:cs typeface="Arial"/>
              </a:defRPr>
            </a:lvl7pPr>
            <a:lvl8pPr algn="l">
              <a:defRPr sz="3225" b="1">
                <a:solidFill>
                  <a:srgbClr val="122C39"/>
                </a:solidFill>
                <a:latin typeface="Arial"/>
                <a:ea typeface="Arial"/>
                <a:cs typeface="Arial"/>
              </a:defRPr>
            </a:lvl8pPr>
            <a:lvl9pPr algn="l">
              <a:defRPr sz="3225" b="1">
                <a:solidFill>
                  <a:srgbClr val="122C39"/>
                </a:solidFill>
                <a:latin typeface="Arial"/>
                <a:ea typeface="Arial"/>
                <a:cs typeface="Arial"/>
              </a:defRPr>
            </a:lvl9pPr>
          </a:lstStyle>
          <a:p xmlns:a="http://schemas.openxmlformats.org/drawingml/2006/main">
            <a:pPr algn="l">
              <a:defRPr sz="3225" b="1">
                <a:solidFill>
                  <a:srgbClr val="122C39"/>
                </a:solidFill>
                <a:latin typeface="Arial"/>
                <a:ea typeface="Arial"/>
                <a:cs typeface="Arial"/>
              </a:defRPr>
            </a:pPr>
            <a:r>
              <a:rPr sz="3225" b="1">
                <a:solidFill>
                  <a:srgbClr val="122C39"/>
                </a:solidFill>
                <a:latin typeface="Arial"/>
                <a:ea typeface="Arial"/>
                <a:cs typeface="Arial"/>
              </a:rPr>
              <a:t>Visual comparison of saved depth predictions</a:t>
            </a:r>
          </a:p>
        </p:txBody>
      </p:sp>
      <p:sp>
        <p:nvSpPr>
          <p:cNvPr id="2" name="text">
            <a:extLst xmlns:a="http://schemas.openxmlformats.org/drawingml/2006/main">
              <a:ext uri="{FF2B5EF4-FFF2-40B4-BE49-F238E27FC236}">
                <a16:creationId xmlns:a16="http://schemas.microsoft.com/office/drawing/2014/main" id="{F462A878-9F22-4736-B2FB-995B9853D1E4}"/>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36C"/>
                </a:solidFill>
                <a:latin typeface="Arial"/>
                <a:ea typeface="Arial"/>
                <a:cs typeface="Arial"/>
              </a:defRPr>
            </a:defPPr>
            <a:lvl1pPr algn="r">
              <a:defRPr sz="1200" b="0">
                <a:solidFill>
                  <a:srgbClr val="53636C"/>
                </a:solidFill>
                <a:latin typeface="Arial"/>
                <a:ea typeface="Arial"/>
                <a:cs typeface="Arial"/>
              </a:defRPr>
            </a:lvl1pPr>
            <a:lvl2pPr algn="r">
              <a:defRPr sz="1200" b="0">
                <a:solidFill>
                  <a:srgbClr val="53636C"/>
                </a:solidFill>
                <a:latin typeface="Arial"/>
                <a:ea typeface="Arial"/>
                <a:cs typeface="Arial"/>
              </a:defRPr>
            </a:lvl2pPr>
            <a:lvl3pPr algn="r">
              <a:defRPr sz="1200" b="0">
                <a:solidFill>
                  <a:srgbClr val="53636C"/>
                </a:solidFill>
                <a:latin typeface="Arial"/>
                <a:ea typeface="Arial"/>
                <a:cs typeface="Arial"/>
              </a:defRPr>
            </a:lvl3pPr>
            <a:lvl4pPr algn="r">
              <a:defRPr sz="1200" b="0">
                <a:solidFill>
                  <a:srgbClr val="53636C"/>
                </a:solidFill>
                <a:latin typeface="Arial"/>
                <a:ea typeface="Arial"/>
                <a:cs typeface="Arial"/>
              </a:defRPr>
            </a:lvl4pPr>
            <a:lvl5pPr algn="r">
              <a:defRPr sz="1200" b="0">
                <a:solidFill>
                  <a:srgbClr val="53636C"/>
                </a:solidFill>
                <a:latin typeface="Arial"/>
                <a:ea typeface="Arial"/>
                <a:cs typeface="Arial"/>
              </a:defRPr>
            </a:lvl5pPr>
            <a:lvl6pPr algn="r">
              <a:defRPr sz="1200" b="0">
                <a:solidFill>
                  <a:srgbClr val="53636C"/>
                </a:solidFill>
                <a:latin typeface="Arial"/>
                <a:ea typeface="Arial"/>
                <a:cs typeface="Arial"/>
              </a:defRPr>
            </a:lvl6pPr>
            <a:lvl7pPr algn="r">
              <a:defRPr sz="1200" b="0">
                <a:solidFill>
                  <a:srgbClr val="53636C"/>
                </a:solidFill>
                <a:latin typeface="Arial"/>
                <a:ea typeface="Arial"/>
                <a:cs typeface="Arial"/>
              </a:defRPr>
            </a:lvl7pPr>
            <a:lvl8pPr algn="r">
              <a:defRPr sz="1200" b="0">
                <a:solidFill>
                  <a:srgbClr val="53636C"/>
                </a:solidFill>
                <a:latin typeface="Arial"/>
                <a:ea typeface="Arial"/>
                <a:cs typeface="Arial"/>
              </a:defRPr>
            </a:lvl8pPr>
            <a:lvl9pPr algn="r">
              <a:defRPr sz="1200" b="0">
                <a:solidFill>
                  <a:srgbClr val="53636C"/>
                </a:solidFill>
                <a:latin typeface="Arial"/>
                <a:ea typeface="Arial"/>
                <a:cs typeface="Arial"/>
              </a:defRPr>
            </a:lvl9pPr>
          </a:lstStyle>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0EADB19B-71BC-4318-B9C2-9FA085683EE3}"/>
              </a:ext>
            </a:extLst>
          </p:cNvPr>
          <p:cNvPicPr>
            <a:picLocks xmlns:a="http://schemas.openxmlformats.org/drawingml/2006/main" noChangeAspect="1"/>
          </p:cNvPicPr>
          <p:nvPr/>
        </p:nvPicPr>
        <p:blipFill>
          <a:blip xmlns:r="http://schemas.openxmlformats.org/officeDocument/2006/relationships" xmlns:a="http://schemas.openxmlformats.org/drawingml/2006/main" r:embed="Rcb67d8e1f7654af4"/>
          <a:stretch xmlns:a="http://schemas.openxmlformats.org/drawingml/2006/main"/>
        </p:blipFill>
        <p:spPr>
          <a:xfrm xmlns:a="http://schemas.openxmlformats.org/drawingml/2006/main">
            <a:off x="1552059" y="1590675"/>
            <a:ext cx="9087881" cy="4219575"/>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2918071F-415E-4B77-959C-9735F659406F}"/>
              </a:ext>
            </a:extLst>
          </p:cNvPr>
          <p:cNvSpPr>
            <a:spLocks xmlns:a="http://schemas.openxmlformats.org/drawingml/2006/main" noGrp="1"/>
          </p:cNvSpPr>
          <p:nvPr/>
        </p:nvSpPr>
        <p:spPr>
          <a:xfrm xmlns:a="http://schemas.openxmlformats.org/drawingml/2006/main">
            <a:off x="609600" y="59245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36C"/>
                </a:solidFill>
                <a:latin typeface="Arial"/>
                <a:ea typeface="Arial"/>
                <a:cs typeface="Arial"/>
              </a:defRPr>
            </a:defPPr>
            <a:lvl1pPr algn="l">
              <a:defRPr sz="1725" b="0">
                <a:solidFill>
                  <a:srgbClr val="53636C"/>
                </a:solidFill>
                <a:latin typeface="Arial"/>
                <a:ea typeface="Arial"/>
                <a:cs typeface="Arial"/>
              </a:defRPr>
            </a:lvl1pPr>
            <a:lvl2pPr algn="l">
              <a:defRPr sz="1725" b="0">
                <a:solidFill>
                  <a:srgbClr val="53636C"/>
                </a:solidFill>
                <a:latin typeface="Arial"/>
                <a:ea typeface="Arial"/>
                <a:cs typeface="Arial"/>
              </a:defRPr>
            </a:lvl2pPr>
            <a:lvl3pPr algn="l">
              <a:defRPr sz="1725" b="0">
                <a:solidFill>
                  <a:srgbClr val="53636C"/>
                </a:solidFill>
                <a:latin typeface="Arial"/>
                <a:ea typeface="Arial"/>
                <a:cs typeface="Arial"/>
              </a:defRPr>
            </a:lvl3pPr>
            <a:lvl4pPr algn="l">
              <a:defRPr sz="1725" b="0">
                <a:solidFill>
                  <a:srgbClr val="53636C"/>
                </a:solidFill>
                <a:latin typeface="Arial"/>
                <a:ea typeface="Arial"/>
                <a:cs typeface="Arial"/>
              </a:defRPr>
            </a:lvl4pPr>
            <a:lvl5pPr algn="l">
              <a:defRPr sz="1725" b="0">
                <a:solidFill>
                  <a:srgbClr val="53636C"/>
                </a:solidFill>
                <a:latin typeface="Arial"/>
                <a:ea typeface="Arial"/>
                <a:cs typeface="Arial"/>
              </a:defRPr>
            </a:lvl5pPr>
            <a:lvl6pPr algn="l">
              <a:defRPr sz="1725" b="0">
                <a:solidFill>
                  <a:srgbClr val="53636C"/>
                </a:solidFill>
                <a:latin typeface="Arial"/>
                <a:ea typeface="Arial"/>
                <a:cs typeface="Arial"/>
              </a:defRPr>
            </a:lvl6pPr>
            <a:lvl7pPr algn="l">
              <a:defRPr sz="1725" b="0">
                <a:solidFill>
                  <a:srgbClr val="53636C"/>
                </a:solidFill>
                <a:latin typeface="Arial"/>
                <a:ea typeface="Arial"/>
                <a:cs typeface="Arial"/>
              </a:defRPr>
            </a:lvl7pPr>
            <a:lvl8pPr algn="l">
              <a:defRPr sz="1725" b="0">
                <a:solidFill>
                  <a:srgbClr val="53636C"/>
                </a:solidFill>
                <a:latin typeface="Arial"/>
                <a:ea typeface="Arial"/>
                <a:cs typeface="Arial"/>
              </a:defRPr>
            </a:lvl8pPr>
            <a:lvl9pPr algn="l">
              <a:defRPr sz="1725" b="0">
                <a:solidFill>
                  <a:srgbClr val="53636C"/>
                </a:solidFill>
                <a:latin typeface="Arial"/>
                <a:ea typeface="Arial"/>
                <a:cs typeface="Arial"/>
              </a:defRPr>
            </a:lvl9pPr>
          </a:lstStyle>
          <a:p xmlns:a="http://schemas.openxmlformats.org/drawingml/2006/main">
            <a:pPr algn="l">
              <a:defRPr sz="1725" b="0">
                <a:solidFill>
                  <a:srgbClr val="53636C"/>
                </a:solidFill>
                <a:latin typeface="Arial"/>
                <a:ea typeface="Arial"/>
                <a:cs typeface="Arial"/>
              </a:defRPr>
            </a:pPr>
            <a:r>
              <a:rPr sz="1725" b="0">
                <a:solidFill>
                  <a:srgbClr val="53636C"/>
                </a:solidFill>
                <a:latin typeface="Arial"/>
                <a:ea typeface="Arial"/>
                <a:cs typeface="Arial"/>
              </a:rPr>
              <a:t>The reference and predicted depth maps share the same color scale.</a:t>
            </a:r>
          </a:p>
        </p:txBody>
      </p:sp>
    </p:spTree>
    <p:extLst>
      <p:ext uri="{BB962C8B-B14F-4D97-AF65-F5344CB8AC3E}">
        <p14:creationId xmlns:p14="http://schemas.microsoft.com/office/powerpoint/2010/main" val="1643382049"/>
      </p:ext>
    </p:extLst>
  </p:cSld>
</p:sld>
</file>

<file path=ppt/slides/slide1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5" name="text">
            <a:extLst xmlns:a="http://schemas.openxmlformats.org/drawingml/2006/main">
              <a:ext uri="{FF2B5EF4-FFF2-40B4-BE49-F238E27FC236}">
                <a16:creationId xmlns:a16="http://schemas.microsoft.com/office/drawing/2014/main" id="{A534B6AE-4005-41D9-9F87-8B1AE1440F77}"/>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22C39"/>
                </a:solidFill>
                <a:latin typeface="Arial"/>
                <a:ea typeface="Arial"/>
                <a:cs typeface="Arial"/>
              </a:defRPr>
            </a:defPPr>
            <a:lvl1pPr algn="l">
              <a:defRPr sz="3225" b="1">
                <a:solidFill>
                  <a:srgbClr val="122C39"/>
                </a:solidFill>
                <a:latin typeface="Arial"/>
                <a:ea typeface="Arial"/>
                <a:cs typeface="Arial"/>
              </a:defRPr>
            </a:lvl1pPr>
            <a:lvl2pPr algn="l">
              <a:defRPr sz="3225" b="1">
                <a:solidFill>
                  <a:srgbClr val="122C39"/>
                </a:solidFill>
                <a:latin typeface="Arial"/>
                <a:ea typeface="Arial"/>
                <a:cs typeface="Arial"/>
              </a:defRPr>
            </a:lvl2pPr>
            <a:lvl3pPr algn="l">
              <a:defRPr sz="3225" b="1">
                <a:solidFill>
                  <a:srgbClr val="122C39"/>
                </a:solidFill>
                <a:latin typeface="Arial"/>
                <a:ea typeface="Arial"/>
                <a:cs typeface="Arial"/>
              </a:defRPr>
            </a:lvl3pPr>
            <a:lvl4pPr algn="l">
              <a:defRPr sz="3225" b="1">
                <a:solidFill>
                  <a:srgbClr val="122C39"/>
                </a:solidFill>
                <a:latin typeface="Arial"/>
                <a:ea typeface="Arial"/>
                <a:cs typeface="Arial"/>
              </a:defRPr>
            </a:lvl4pPr>
            <a:lvl5pPr algn="l">
              <a:defRPr sz="3225" b="1">
                <a:solidFill>
                  <a:srgbClr val="122C39"/>
                </a:solidFill>
                <a:latin typeface="Arial"/>
                <a:ea typeface="Arial"/>
                <a:cs typeface="Arial"/>
              </a:defRPr>
            </a:lvl5pPr>
            <a:lvl6pPr algn="l">
              <a:defRPr sz="3225" b="1">
                <a:solidFill>
                  <a:srgbClr val="122C39"/>
                </a:solidFill>
                <a:latin typeface="Arial"/>
                <a:ea typeface="Arial"/>
                <a:cs typeface="Arial"/>
              </a:defRPr>
            </a:lvl6pPr>
            <a:lvl7pPr algn="l">
              <a:defRPr sz="3225" b="1">
                <a:solidFill>
                  <a:srgbClr val="122C39"/>
                </a:solidFill>
                <a:latin typeface="Arial"/>
                <a:ea typeface="Arial"/>
                <a:cs typeface="Arial"/>
              </a:defRPr>
            </a:lvl7pPr>
            <a:lvl8pPr algn="l">
              <a:defRPr sz="3225" b="1">
                <a:solidFill>
                  <a:srgbClr val="122C39"/>
                </a:solidFill>
                <a:latin typeface="Arial"/>
                <a:ea typeface="Arial"/>
                <a:cs typeface="Arial"/>
              </a:defRPr>
            </a:lvl8pPr>
            <a:lvl9pPr algn="l">
              <a:defRPr sz="3225" b="1">
                <a:solidFill>
                  <a:srgbClr val="122C39"/>
                </a:solidFill>
                <a:latin typeface="Arial"/>
                <a:ea typeface="Arial"/>
                <a:cs typeface="Arial"/>
              </a:defRPr>
            </a:lvl9pPr>
          </a:lstStyle>
          <a:p xmlns:a="http://schemas.openxmlformats.org/drawingml/2006/main">
            <a:pPr algn="l">
              <a:defRPr sz="3225" b="1">
                <a:solidFill>
                  <a:srgbClr val="122C39"/>
                </a:solidFill>
                <a:latin typeface="Arial"/>
                <a:ea typeface="Arial"/>
                <a:cs typeface="Arial"/>
              </a:defRPr>
            </a:pPr>
            <a:r>
              <a:rPr sz="3225" b="1">
                <a:solidFill>
                  <a:srgbClr val="122C39"/>
                </a:solidFill>
                <a:latin typeface="Arial"/>
                <a:ea typeface="Arial"/>
                <a:cs typeface="Arial"/>
              </a:rPr>
              <a:t>Failure analysis</a:t>
            </a:r>
          </a:p>
        </p:txBody>
      </p:sp>
      <p:sp>
        <p:nvSpPr>
          <p:cNvPr id="2" name="text">
            <a:extLst xmlns:a="http://schemas.openxmlformats.org/drawingml/2006/main">
              <a:ext uri="{FF2B5EF4-FFF2-40B4-BE49-F238E27FC236}">
                <a16:creationId xmlns:a16="http://schemas.microsoft.com/office/drawing/2014/main" id="{70363B48-315F-490F-9BD0-7619A7170AC0}"/>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36C"/>
                </a:solidFill>
                <a:latin typeface="Arial"/>
                <a:ea typeface="Arial"/>
                <a:cs typeface="Arial"/>
              </a:defRPr>
            </a:defPPr>
            <a:lvl1pPr algn="r">
              <a:defRPr sz="1200" b="0">
                <a:solidFill>
                  <a:srgbClr val="53636C"/>
                </a:solidFill>
                <a:latin typeface="Arial"/>
                <a:ea typeface="Arial"/>
                <a:cs typeface="Arial"/>
              </a:defRPr>
            </a:lvl1pPr>
            <a:lvl2pPr algn="r">
              <a:defRPr sz="1200" b="0">
                <a:solidFill>
                  <a:srgbClr val="53636C"/>
                </a:solidFill>
                <a:latin typeface="Arial"/>
                <a:ea typeface="Arial"/>
                <a:cs typeface="Arial"/>
              </a:defRPr>
            </a:lvl2pPr>
            <a:lvl3pPr algn="r">
              <a:defRPr sz="1200" b="0">
                <a:solidFill>
                  <a:srgbClr val="53636C"/>
                </a:solidFill>
                <a:latin typeface="Arial"/>
                <a:ea typeface="Arial"/>
                <a:cs typeface="Arial"/>
              </a:defRPr>
            </a:lvl3pPr>
            <a:lvl4pPr algn="r">
              <a:defRPr sz="1200" b="0">
                <a:solidFill>
                  <a:srgbClr val="53636C"/>
                </a:solidFill>
                <a:latin typeface="Arial"/>
                <a:ea typeface="Arial"/>
                <a:cs typeface="Arial"/>
              </a:defRPr>
            </a:lvl4pPr>
            <a:lvl5pPr algn="r">
              <a:defRPr sz="1200" b="0">
                <a:solidFill>
                  <a:srgbClr val="53636C"/>
                </a:solidFill>
                <a:latin typeface="Arial"/>
                <a:ea typeface="Arial"/>
                <a:cs typeface="Arial"/>
              </a:defRPr>
            </a:lvl5pPr>
            <a:lvl6pPr algn="r">
              <a:defRPr sz="1200" b="0">
                <a:solidFill>
                  <a:srgbClr val="53636C"/>
                </a:solidFill>
                <a:latin typeface="Arial"/>
                <a:ea typeface="Arial"/>
                <a:cs typeface="Arial"/>
              </a:defRPr>
            </a:lvl6pPr>
            <a:lvl7pPr algn="r">
              <a:defRPr sz="1200" b="0">
                <a:solidFill>
                  <a:srgbClr val="53636C"/>
                </a:solidFill>
                <a:latin typeface="Arial"/>
                <a:ea typeface="Arial"/>
                <a:cs typeface="Arial"/>
              </a:defRPr>
            </a:lvl7pPr>
            <a:lvl8pPr algn="r">
              <a:defRPr sz="1200" b="0">
                <a:solidFill>
                  <a:srgbClr val="53636C"/>
                </a:solidFill>
                <a:latin typeface="Arial"/>
                <a:ea typeface="Arial"/>
                <a:cs typeface="Arial"/>
              </a:defRPr>
            </a:lvl8pPr>
            <a:lvl9pPr algn="r">
              <a:defRPr sz="1200" b="0">
                <a:solidFill>
                  <a:srgbClr val="53636C"/>
                </a:solidFill>
                <a:latin typeface="Arial"/>
                <a:ea typeface="Arial"/>
                <a:cs typeface="Arial"/>
              </a:defRPr>
            </a:lvl9pPr>
          </a:lstStyle>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10</a:t>
            </a:r>
          </a:p>
        </p:txBody>
      </p:sp>
      <p:pic>
        <p:nvPicPr>
          <p:cNvPr id="3" name="">
            <a:extLst xmlns:a="http://schemas.openxmlformats.org/drawingml/2006/main">
              <a:ext uri="{FF2B5EF4-FFF2-40B4-BE49-F238E27FC236}">
                <a16:creationId xmlns:a16="http://schemas.microsoft.com/office/drawing/2014/main" id="{92F459F1-B022-4724-B830-A8D2BA2365A0}"/>
              </a:ext>
            </a:extLst>
          </p:cNvPr>
          <p:cNvPicPr>
            <a:picLocks xmlns:a="http://schemas.openxmlformats.org/drawingml/2006/main" noChangeAspect="1"/>
          </p:cNvPicPr>
          <p:nvPr/>
        </p:nvPicPr>
        <p:blipFill>
          <a:blip xmlns:r="http://schemas.openxmlformats.org/officeDocument/2006/relationships" xmlns:a="http://schemas.openxmlformats.org/drawingml/2006/main" r:embed="Ra14927ff6e4944ff"/>
          <a:stretch xmlns:a="http://schemas.openxmlformats.org/drawingml/2006/main"/>
        </p:blipFill>
        <p:spPr>
          <a:xfrm xmlns:a="http://schemas.openxmlformats.org/drawingml/2006/main">
            <a:off x="1736689" y="1562100"/>
            <a:ext cx="8718622" cy="4048125"/>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D62AEFDC-1296-49DC-95AC-915874223146}"/>
              </a:ext>
            </a:extLst>
          </p:cNvPr>
          <p:cNvSpPr>
            <a:spLocks xmlns:a="http://schemas.openxmlformats.org/drawingml/2006/main" noGrp="1"/>
          </p:cNvSpPr>
          <p:nvPr/>
        </p:nvSpPr>
        <p:spPr>
          <a:xfrm xmlns:a="http://schemas.openxmlformats.org/drawingml/2006/main">
            <a:off x="609600" y="57435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85C56"/>
                </a:solidFill>
                <a:latin typeface="Arial"/>
                <a:ea typeface="Arial"/>
                <a:cs typeface="Arial"/>
              </a:defRPr>
            </a:defPPr>
            <a:lvl1pPr algn="l">
              <a:defRPr sz="2025" b="1">
                <a:solidFill>
                  <a:srgbClr val="B85C56"/>
                </a:solidFill>
                <a:latin typeface="Arial"/>
                <a:ea typeface="Arial"/>
                <a:cs typeface="Arial"/>
              </a:defRPr>
            </a:lvl1pPr>
            <a:lvl2pPr algn="l">
              <a:defRPr sz="2025" b="1">
                <a:solidFill>
                  <a:srgbClr val="B85C56"/>
                </a:solidFill>
                <a:latin typeface="Arial"/>
                <a:ea typeface="Arial"/>
                <a:cs typeface="Arial"/>
              </a:defRPr>
            </a:lvl2pPr>
            <a:lvl3pPr algn="l">
              <a:defRPr sz="2025" b="1">
                <a:solidFill>
                  <a:srgbClr val="B85C56"/>
                </a:solidFill>
                <a:latin typeface="Arial"/>
                <a:ea typeface="Arial"/>
                <a:cs typeface="Arial"/>
              </a:defRPr>
            </a:lvl3pPr>
            <a:lvl4pPr algn="l">
              <a:defRPr sz="2025" b="1">
                <a:solidFill>
                  <a:srgbClr val="B85C56"/>
                </a:solidFill>
                <a:latin typeface="Arial"/>
                <a:ea typeface="Arial"/>
                <a:cs typeface="Arial"/>
              </a:defRPr>
            </a:lvl4pPr>
            <a:lvl5pPr algn="l">
              <a:defRPr sz="2025" b="1">
                <a:solidFill>
                  <a:srgbClr val="B85C56"/>
                </a:solidFill>
                <a:latin typeface="Arial"/>
                <a:ea typeface="Arial"/>
                <a:cs typeface="Arial"/>
              </a:defRPr>
            </a:lvl5pPr>
            <a:lvl6pPr algn="l">
              <a:defRPr sz="2025" b="1">
                <a:solidFill>
                  <a:srgbClr val="B85C56"/>
                </a:solidFill>
                <a:latin typeface="Arial"/>
                <a:ea typeface="Arial"/>
                <a:cs typeface="Arial"/>
              </a:defRPr>
            </a:lvl6pPr>
            <a:lvl7pPr algn="l">
              <a:defRPr sz="2025" b="1">
                <a:solidFill>
                  <a:srgbClr val="B85C56"/>
                </a:solidFill>
                <a:latin typeface="Arial"/>
                <a:ea typeface="Arial"/>
                <a:cs typeface="Arial"/>
              </a:defRPr>
            </a:lvl7pPr>
            <a:lvl8pPr algn="l">
              <a:defRPr sz="2025" b="1">
                <a:solidFill>
                  <a:srgbClr val="B85C56"/>
                </a:solidFill>
                <a:latin typeface="Arial"/>
                <a:ea typeface="Arial"/>
                <a:cs typeface="Arial"/>
              </a:defRPr>
            </a:lvl8pPr>
            <a:lvl9pPr algn="l">
              <a:defRPr sz="2025" b="1">
                <a:solidFill>
                  <a:srgbClr val="B85C56"/>
                </a:solidFill>
                <a:latin typeface="Arial"/>
                <a:ea typeface="Arial"/>
                <a:cs typeface="Arial"/>
              </a:defRPr>
            </a:lvl9pPr>
          </a:lstStyle>
          <a:p xmlns:a="http://schemas.openxmlformats.org/drawingml/2006/main">
            <a:pPr algn="l">
              <a:defRPr sz="2025" b="1">
                <a:solidFill>
                  <a:srgbClr val="B85C56"/>
                </a:solidFill>
                <a:latin typeface="Arial"/>
                <a:ea typeface="Arial"/>
                <a:cs typeface="Arial"/>
              </a:defRPr>
            </a:pPr>
            <a:r>
              <a:rPr sz="2025" b="1">
                <a:solidFill>
                  <a:srgbClr val="B85C56"/>
                </a:solidFill>
                <a:latin typeface="Arial"/>
                <a:ea typeface="Arial"/>
                <a:cs typeface="Arial"/>
              </a:rPr>
              <a:t>A global correction can mistake scene color for illumination.</a:t>
            </a:r>
          </a:p>
        </p:txBody>
      </p:sp>
    </p:spTree>
    <p:extLst>
      <p:ext uri="{BB962C8B-B14F-4D97-AF65-F5344CB8AC3E}">
        <p14:creationId xmlns:p14="http://schemas.microsoft.com/office/powerpoint/2010/main" val="798210750"/>
      </p:ext>
    </p:extLst>
  </p:cSld>
</p:sld>
</file>

<file path=ppt/slides/slide1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5" name="text">
            <a:extLst xmlns:a="http://schemas.openxmlformats.org/drawingml/2006/main">
              <a:ext uri="{FF2B5EF4-FFF2-40B4-BE49-F238E27FC236}">
                <a16:creationId xmlns:a16="http://schemas.microsoft.com/office/drawing/2014/main" id="{82219B58-A2BC-45B7-A0BC-697809E0D5BF}"/>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22C39"/>
                </a:solidFill>
                <a:latin typeface="Arial"/>
                <a:ea typeface="Arial"/>
                <a:cs typeface="Arial"/>
              </a:defRPr>
            </a:defPPr>
            <a:lvl1pPr algn="l">
              <a:defRPr sz="3225" b="1">
                <a:solidFill>
                  <a:srgbClr val="122C39"/>
                </a:solidFill>
                <a:latin typeface="Arial"/>
                <a:ea typeface="Arial"/>
                <a:cs typeface="Arial"/>
              </a:defRPr>
            </a:lvl1pPr>
            <a:lvl2pPr algn="l">
              <a:defRPr sz="3225" b="1">
                <a:solidFill>
                  <a:srgbClr val="122C39"/>
                </a:solidFill>
                <a:latin typeface="Arial"/>
                <a:ea typeface="Arial"/>
                <a:cs typeface="Arial"/>
              </a:defRPr>
            </a:lvl2pPr>
            <a:lvl3pPr algn="l">
              <a:defRPr sz="3225" b="1">
                <a:solidFill>
                  <a:srgbClr val="122C39"/>
                </a:solidFill>
                <a:latin typeface="Arial"/>
                <a:ea typeface="Arial"/>
                <a:cs typeface="Arial"/>
              </a:defRPr>
            </a:lvl3pPr>
            <a:lvl4pPr algn="l">
              <a:defRPr sz="3225" b="1">
                <a:solidFill>
                  <a:srgbClr val="122C39"/>
                </a:solidFill>
                <a:latin typeface="Arial"/>
                <a:ea typeface="Arial"/>
                <a:cs typeface="Arial"/>
              </a:defRPr>
            </a:lvl4pPr>
            <a:lvl5pPr algn="l">
              <a:defRPr sz="3225" b="1">
                <a:solidFill>
                  <a:srgbClr val="122C39"/>
                </a:solidFill>
                <a:latin typeface="Arial"/>
                <a:ea typeface="Arial"/>
                <a:cs typeface="Arial"/>
              </a:defRPr>
            </a:lvl5pPr>
            <a:lvl6pPr algn="l">
              <a:defRPr sz="3225" b="1">
                <a:solidFill>
                  <a:srgbClr val="122C39"/>
                </a:solidFill>
                <a:latin typeface="Arial"/>
                <a:ea typeface="Arial"/>
                <a:cs typeface="Arial"/>
              </a:defRPr>
            </a:lvl6pPr>
            <a:lvl7pPr algn="l">
              <a:defRPr sz="3225" b="1">
                <a:solidFill>
                  <a:srgbClr val="122C39"/>
                </a:solidFill>
                <a:latin typeface="Arial"/>
                <a:ea typeface="Arial"/>
                <a:cs typeface="Arial"/>
              </a:defRPr>
            </a:lvl7pPr>
            <a:lvl8pPr algn="l">
              <a:defRPr sz="3225" b="1">
                <a:solidFill>
                  <a:srgbClr val="122C39"/>
                </a:solidFill>
                <a:latin typeface="Arial"/>
                <a:ea typeface="Arial"/>
                <a:cs typeface="Arial"/>
              </a:defRPr>
            </a:lvl8pPr>
            <a:lvl9pPr algn="l">
              <a:defRPr sz="3225" b="1">
                <a:solidFill>
                  <a:srgbClr val="122C39"/>
                </a:solidFill>
                <a:latin typeface="Arial"/>
                <a:ea typeface="Arial"/>
                <a:cs typeface="Arial"/>
              </a:defRPr>
            </a:lvl9pPr>
          </a:lstStyle>
          <a:p xmlns:a="http://schemas.openxmlformats.org/drawingml/2006/main">
            <a:pPr algn="l">
              <a:defRPr sz="3225" b="1">
                <a:solidFill>
                  <a:srgbClr val="122C39"/>
                </a:solidFill>
                <a:latin typeface="Arial"/>
                <a:ea typeface="Arial"/>
                <a:cs typeface="Arial"/>
              </a:defRPr>
            </a:pPr>
            <a:r>
              <a:rPr sz="3225" b="1">
                <a:solidFill>
                  <a:srgbClr val="122C39"/>
                </a:solidFill>
                <a:latin typeface="Arial"/>
                <a:ea typeface="Arial"/>
                <a:cs typeface="Arial"/>
              </a:rPr>
              <a:t>Laptop execution and reproducibility</a:t>
            </a:r>
          </a:p>
        </p:txBody>
      </p:sp>
      <p:sp>
        <p:nvSpPr>
          <p:cNvPr id="2" name="text">
            <a:extLst xmlns:a="http://schemas.openxmlformats.org/drawingml/2006/main">
              <a:ext uri="{FF2B5EF4-FFF2-40B4-BE49-F238E27FC236}">
                <a16:creationId xmlns:a16="http://schemas.microsoft.com/office/drawing/2014/main" id="{E33F278E-CD59-4AE0-9C0D-AAA21FDFFF12}"/>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36C"/>
                </a:solidFill>
                <a:latin typeface="Arial"/>
                <a:ea typeface="Arial"/>
                <a:cs typeface="Arial"/>
              </a:defRPr>
            </a:defPPr>
            <a:lvl1pPr algn="r">
              <a:defRPr sz="1200" b="0">
                <a:solidFill>
                  <a:srgbClr val="53636C"/>
                </a:solidFill>
                <a:latin typeface="Arial"/>
                <a:ea typeface="Arial"/>
                <a:cs typeface="Arial"/>
              </a:defRPr>
            </a:lvl1pPr>
            <a:lvl2pPr algn="r">
              <a:defRPr sz="1200" b="0">
                <a:solidFill>
                  <a:srgbClr val="53636C"/>
                </a:solidFill>
                <a:latin typeface="Arial"/>
                <a:ea typeface="Arial"/>
                <a:cs typeface="Arial"/>
              </a:defRPr>
            </a:lvl2pPr>
            <a:lvl3pPr algn="r">
              <a:defRPr sz="1200" b="0">
                <a:solidFill>
                  <a:srgbClr val="53636C"/>
                </a:solidFill>
                <a:latin typeface="Arial"/>
                <a:ea typeface="Arial"/>
                <a:cs typeface="Arial"/>
              </a:defRPr>
            </a:lvl3pPr>
            <a:lvl4pPr algn="r">
              <a:defRPr sz="1200" b="0">
                <a:solidFill>
                  <a:srgbClr val="53636C"/>
                </a:solidFill>
                <a:latin typeface="Arial"/>
                <a:ea typeface="Arial"/>
                <a:cs typeface="Arial"/>
              </a:defRPr>
            </a:lvl4pPr>
            <a:lvl5pPr algn="r">
              <a:defRPr sz="1200" b="0">
                <a:solidFill>
                  <a:srgbClr val="53636C"/>
                </a:solidFill>
                <a:latin typeface="Arial"/>
                <a:ea typeface="Arial"/>
                <a:cs typeface="Arial"/>
              </a:defRPr>
            </a:lvl5pPr>
            <a:lvl6pPr algn="r">
              <a:defRPr sz="1200" b="0">
                <a:solidFill>
                  <a:srgbClr val="53636C"/>
                </a:solidFill>
                <a:latin typeface="Arial"/>
                <a:ea typeface="Arial"/>
                <a:cs typeface="Arial"/>
              </a:defRPr>
            </a:lvl6pPr>
            <a:lvl7pPr algn="r">
              <a:defRPr sz="1200" b="0">
                <a:solidFill>
                  <a:srgbClr val="53636C"/>
                </a:solidFill>
                <a:latin typeface="Arial"/>
                <a:ea typeface="Arial"/>
                <a:cs typeface="Arial"/>
              </a:defRPr>
            </a:lvl7pPr>
            <a:lvl8pPr algn="r">
              <a:defRPr sz="1200" b="0">
                <a:solidFill>
                  <a:srgbClr val="53636C"/>
                </a:solidFill>
                <a:latin typeface="Arial"/>
                <a:ea typeface="Arial"/>
                <a:cs typeface="Arial"/>
              </a:defRPr>
            </a:lvl8pPr>
            <a:lvl9pPr algn="r">
              <a:defRPr sz="1200" b="0">
                <a:solidFill>
                  <a:srgbClr val="53636C"/>
                </a:solidFill>
                <a:latin typeface="Arial"/>
                <a:ea typeface="Arial"/>
                <a:cs typeface="Arial"/>
              </a:defRPr>
            </a:lvl9pPr>
          </a:lstStyle>
          <a:p xmlns:a="http://schemas.openxmlformats.org/drawingml/2006/main">
            <a:pPr algn="r">
              <a:defRPr sz="1200" b="0">
                <a:solidFill>
                  <a:srgbClr val="53636C"/>
                </a:solidFill>
                <a:latin typeface="Arial"/>
                <a:ea typeface="Arial"/>
                <a:cs typeface="Arial"/>
              </a:defRPr>
            </a:pPr>
            <a:r>
              <a:rPr sz="1200" b="0">
                <a:solidFill>
                  <a:srgbClr val="53636C"/>
                </a:solidFill>
                <a:latin typeface="Arial"/>
                <a:ea typeface="Arial"/>
                <a:cs typeface="Arial"/>
              </a:rPr>
              <a:t>11</a:t>
            </a:r>
          </a:p>
        </p:txBody>
      </p:sp>
      <p:graphicFrame>
        <p:nvGraphicFramePr>
          <p:cNvPr id="3" name="">
            <a:extLst xmlns:a="http://schemas.openxmlformats.org/drawingml/2006/main">
              <a:ext uri="{FF2B5EF4-FFF2-40B4-BE49-F238E27FC236}">
                <a16:creationId xmlns:a16="http://schemas.microsoft.com/office/drawing/2014/main" id="{CA2555BE-52B3-4312-8E60-D962101476FA}"/>
              </a:ext>
            </a:extLst>
          </p:cNvPr>
          <p:cNvGraphicFramePr/>
          <p:nvPr/>
        </p:nvGraphicFramePr>
        <p:xfrm>
          <a:off xmlns:a="http://schemas.openxmlformats.org/drawingml/2006/main" x="609600" y="1771650"/>
          <a:ext xmlns:a="http://schemas.openxmlformats.org/drawingml/2006/main" cx="10972800" cy="3743325"/>
        </p:xfrm>
        <a:graphic xmlns:a="http://schemas.openxmlformats.org/drawingml/2006/main">
          <a:graphicData uri="http://schemas.openxmlformats.org/drawingml/2006/table">
            <a:tbl>
              <a:tblPr firstRow="0" bandRow="0"/>
              <a:tblGrid>
                <a:gridCol w="3143250"/>
                <a:gridCol w="7829550"/>
              </a:tblGrid>
              <a:tr h="534761">
                <a:tc>
                  <a:txBody>
                    <a:bodyPr/>
                    <a:lstStyle/>
                    <a:p>
                      <a:r>
                        <a:rPr sz="1725" b="1">
                          <a:solidFill>
                            <a:srgbClr val="FFFFFF"/>
                          </a:solidFill>
                          <a:latin typeface="Arial"/>
                          <a:ea typeface="Arial"/>
                          <a:cs typeface="Arial"/>
                        </a:rPr>
                        <a:t>Item</a:t>
                      </a:r>
                    </a:p>
                  </a:txBody>
                  <a:tcPr marL="114300" marR="114300" marT="133350" marB="114300" anchor="ctr">
                    <a:lnL w="5715">
                      <a:solidFill>
                        <a:srgbClr val="DFE4E3"/>
                      </a:solidFill>
                      <a:prstDash val="solid"/>
                    </a:lnL>
                    <a:lnR w="5715">
                      <a:solidFill>
                        <a:srgbClr val="DFE4E3"/>
                      </a:solidFill>
                      <a:prstDash val="solid"/>
                    </a:lnR>
                    <a:lnT w="5715">
                      <a:solidFill>
                        <a:srgbClr val="DFE4E3"/>
                      </a:solidFill>
                      <a:prstDash val="solid"/>
                    </a:lnT>
                    <a:lnB w="5715">
                      <a:solidFill>
                        <a:srgbClr val="DFE4E3"/>
                      </a:solidFill>
                      <a:prstDash val="solid"/>
                    </a:lnB>
                    <a:solidFill>
                      <a:srgbClr val="122C39"/>
                    </a:solidFill>
                  </a:tcPr>
                </a:tc>
                <a:tc>
                  <a:txBody>
                    <a:bodyPr/>
                    <a:lstStyle/>
                    <a:p>
                      <a:r>
                        <a:rPr sz="1725" b="1">
                          <a:solidFill>
                            <a:srgbClr val="FFFFFF"/>
                          </a:solidFill>
                          <a:latin typeface="Arial"/>
                          <a:ea typeface="Arial"/>
                          <a:cs typeface="Arial"/>
                        </a:rPr>
                        <a:t>Completed run</a:t>
                      </a:r>
                    </a:p>
                  </a:txBody>
                  <a:tcPr marL="114300" marR="114300" marT="133350" marB="114300" anchor="ctr">
                    <a:lnR w="5715">
                      <a:solidFill>
                        <a:srgbClr val="DFE4E3"/>
                      </a:solidFill>
                      <a:prstDash val="solid"/>
                    </a:lnR>
                    <a:lnT w="5715">
                      <a:solidFill>
                        <a:srgbClr val="DFE4E3"/>
                      </a:solidFill>
                      <a:prstDash val="solid"/>
                    </a:lnT>
                    <a:lnB w="5715">
                      <a:solidFill>
                        <a:srgbClr val="DFE4E3"/>
                      </a:solidFill>
                      <a:prstDash val="solid"/>
                    </a:lnB>
                    <a:solidFill>
                      <a:srgbClr val="122C39"/>
                    </a:solidFill>
                  </a:tcPr>
                </a:tc>
              </a:tr>
              <a:tr h="534761">
                <a:tc>
                  <a:txBody>
                    <a:bodyPr/>
                    <a:lstStyle/>
                    <a:p>
                      <a:r>
                        <a:rPr sz="1725">
                          <a:solidFill>
                            <a:srgbClr val="122C39"/>
                          </a:solidFill>
                          <a:latin typeface="Arial"/>
                          <a:ea typeface="Arial"/>
                          <a:cs typeface="Arial"/>
                        </a:rPr>
                        <a:t>Device</a:t>
                      </a:r>
                    </a:p>
                  </a:txBody>
                  <a:tcPr marL="114300" marR="114300" marT="133350" marB="114300" anchor="ctr">
                    <a:lnL w="5715">
                      <a:solidFill>
                        <a:srgbClr val="DFE4E3"/>
                      </a:solidFill>
                      <a:prstDash val="solid"/>
                    </a:lnL>
                    <a:lnR w="5715">
                      <a:solidFill>
                        <a:srgbClr val="DFE4E3"/>
                      </a:solidFill>
                      <a:prstDash val="solid"/>
                    </a:lnR>
                    <a:lnB w="5715">
                      <a:solidFill>
                        <a:srgbClr val="DFE4E3"/>
                      </a:solidFill>
                      <a:prstDash val="solid"/>
                    </a:lnB>
                    <a:solidFill>
                      <a:srgbClr val="FAFAF7"/>
                    </a:solidFill>
                  </a:tcPr>
                </a:tc>
                <a:tc>
                  <a:txBody>
                    <a:bodyPr/>
                    <a:lstStyle/>
                    <a:p>
                      <a:r>
                        <a:rPr sz="1725">
                          <a:solidFill>
                            <a:srgbClr val="122C39"/>
                          </a:solidFill>
                          <a:latin typeface="Arial"/>
                          <a:ea typeface="Arial"/>
                          <a:cs typeface="Arial"/>
                        </a:rPr>
                        <a:t>Intel Core Ultra 7 255H, CPU inference</a:t>
                      </a:r>
                    </a:p>
                  </a:txBody>
                  <a:tcPr marL="114300" marR="114300" marT="133350" marB="114300" anchor="ctr">
                    <a:lnR w="5715">
                      <a:solidFill>
                        <a:srgbClr val="DFE4E3"/>
                      </a:solidFill>
                      <a:prstDash val="solid"/>
                    </a:lnR>
                    <a:lnB w="5715">
                      <a:solidFill>
                        <a:srgbClr val="DFE4E3"/>
                      </a:solidFill>
                      <a:prstDash val="solid"/>
                    </a:lnB>
                    <a:solidFill>
                      <a:srgbClr val="FAFAF7"/>
                    </a:solidFill>
                  </a:tcPr>
                </a:tc>
              </a:tr>
              <a:tr h="534761">
                <a:tc>
                  <a:txBody>
                    <a:bodyPr/>
                    <a:lstStyle/>
                    <a:p>
                      <a:r>
                        <a:rPr sz="1725">
                          <a:solidFill>
                            <a:srgbClr val="122C39"/>
                          </a:solidFill>
                          <a:latin typeface="Arial"/>
                          <a:ea typeface="Arial"/>
                          <a:cs typeface="Arial"/>
                        </a:rPr>
                        <a:t>Model</a:t>
                      </a:r>
                    </a:p>
                  </a:txBody>
                  <a:tcPr marL="114300" marR="114300" marT="133350" marB="114300" anchor="ctr">
                    <a:lnL w="5715">
                      <a:solidFill>
                        <a:srgbClr val="DFE4E3"/>
                      </a:solidFill>
                      <a:prstDash val="solid"/>
                    </a:lnL>
                    <a:lnR w="5715">
                      <a:solidFill>
                        <a:srgbClr val="DFE4E3"/>
                      </a:solidFill>
                      <a:prstDash val="solid"/>
                    </a:lnR>
                    <a:lnB w="5715">
                      <a:solidFill>
                        <a:srgbClr val="DFE4E3"/>
                      </a:solidFill>
                      <a:prstDash val="solid"/>
                    </a:lnB>
                    <a:solidFill>
                      <a:srgbClr val="FAFAF7"/>
                    </a:solidFill>
                  </a:tcPr>
                </a:tc>
                <a:tc>
                  <a:txBody>
                    <a:bodyPr/>
                    <a:lstStyle/>
                    <a:p>
                      <a:r>
                        <a:rPr sz="1725">
                          <a:solidFill>
                            <a:srgbClr val="122C39"/>
                          </a:solidFill>
                          <a:latin typeface="Arial"/>
                          <a:ea typeface="Arial"/>
                          <a:cs typeface="Arial"/>
                        </a:rPr>
                        <a:t>Depth Anything V2 Metric Hypersim Small, 24.8M parameters</a:t>
                      </a:r>
                    </a:p>
                  </a:txBody>
                  <a:tcPr marL="114300" marR="114300" marT="133350" marB="114300" anchor="ctr">
                    <a:lnR w="5715">
                      <a:solidFill>
                        <a:srgbClr val="DFE4E3"/>
                      </a:solidFill>
                      <a:prstDash val="solid"/>
                    </a:lnR>
                    <a:lnB w="5715">
                      <a:solidFill>
                        <a:srgbClr val="DFE4E3"/>
                      </a:solidFill>
                      <a:prstDash val="solid"/>
                    </a:lnB>
                    <a:solidFill>
                      <a:srgbClr val="FAFAF7"/>
                    </a:solidFill>
                  </a:tcPr>
                </a:tc>
              </a:tr>
              <a:tr h="534761">
                <a:tc>
                  <a:txBody>
                    <a:bodyPr/>
                    <a:lstStyle/>
                    <a:p>
                      <a:r>
                        <a:rPr sz="1725">
                          <a:solidFill>
                            <a:srgbClr val="122C39"/>
                          </a:solidFill>
                          <a:latin typeface="Arial"/>
                          <a:ea typeface="Arial"/>
                          <a:cs typeface="Arial"/>
                        </a:rPr>
                        <a:t>Compute setting</a:t>
                      </a:r>
                    </a:p>
                  </a:txBody>
                  <a:tcPr marL="114300" marR="114300" marT="133350" marB="114300" anchor="ctr">
                    <a:lnL w="5715">
                      <a:solidFill>
                        <a:srgbClr val="DFE4E3"/>
                      </a:solidFill>
                      <a:prstDash val="solid"/>
                    </a:lnL>
                    <a:lnR w="5715">
                      <a:solidFill>
                        <a:srgbClr val="DFE4E3"/>
                      </a:solidFill>
                      <a:prstDash val="solid"/>
                    </a:lnR>
                    <a:lnB w="5715">
                      <a:solidFill>
                        <a:srgbClr val="DFE4E3"/>
                      </a:solidFill>
                      <a:prstDash val="solid"/>
                    </a:lnB>
                    <a:solidFill>
                      <a:srgbClr val="FAFAF7"/>
                    </a:solidFill>
                  </a:tcPr>
                </a:tc>
                <a:tc>
                  <a:txBody>
                    <a:bodyPr/>
                    <a:lstStyle/>
                    <a:p>
                      <a:r>
                        <a:rPr sz="1725">
                          <a:solidFill>
                            <a:srgbClr val="122C39"/>
                          </a:solidFill>
                          <a:latin typeface="Arial"/>
                          <a:ea typeface="Arial"/>
                          <a:cs typeface="Arial"/>
                        </a:rPr>
                        <a:t>8 CPU threads, input setting 518</a:t>
                      </a:r>
                    </a:p>
                  </a:txBody>
                  <a:tcPr marL="114300" marR="114300" marT="133350" marB="114300" anchor="ctr">
                    <a:lnR w="5715">
                      <a:solidFill>
                        <a:srgbClr val="DFE4E3"/>
                      </a:solidFill>
                      <a:prstDash val="solid"/>
                    </a:lnR>
                    <a:lnB w="5715">
                      <a:solidFill>
                        <a:srgbClr val="DFE4E3"/>
                      </a:solidFill>
                      <a:prstDash val="solid"/>
                    </a:lnB>
                    <a:solidFill>
                      <a:srgbClr val="FAFAF7"/>
                    </a:solidFill>
                  </a:tcPr>
                </a:tc>
              </a:tr>
              <a:tr h="534761">
                <a:tc>
                  <a:txBody>
                    <a:bodyPr/>
                    <a:lstStyle/>
                    <a:p>
                      <a:r>
                        <a:rPr sz="1725">
                          <a:solidFill>
                            <a:srgbClr val="122C39"/>
                          </a:solidFill>
                          <a:latin typeface="Arial"/>
                          <a:ea typeface="Arial"/>
                          <a:cs typeface="Arial"/>
                        </a:rPr>
                        <a:t>Predictions</a:t>
                      </a:r>
                    </a:p>
                  </a:txBody>
                  <a:tcPr marL="114300" marR="114300" marT="133350" marB="114300" anchor="ctr">
                    <a:lnL w="5715">
                      <a:solidFill>
                        <a:srgbClr val="DFE4E3"/>
                      </a:solidFill>
                      <a:prstDash val="solid"/>
                    </a:lnL>
                    <a:lnR w="5715">
                      <a:solidFill>
                        <a:srgbClr val="DFE4E3"/>
                      </a:solidFill>
                      <a:prstDash val="solid"/>
                    </a:lnR>
                    <a:lnB w="5715">
                      <a:solidFill>
                        <a:srgbClr val="DFE4E3"/>
                      </a:solidFill>
                      <a:prstDash val="solid"/>
                    </a:lnB>
                    <a:solidFill>
                      <a:srgbClr val="FAFAF7"/>
                    </a:solidFill>
                  </a:tcPr>
                </a:tc>
                <a:tc>
                  <a:txBody>
                    <a:bodyPr/>
                    <a:lstStyle/>
                    <a:p>
                      <a:r>
                        <a:rPr sz="1725">
                          <a:solidFill>
                            <a:srgbClr val="122C39"/>
                          </a:solidFill>
                          <a:latin typeface="Arial"/>
                          <a:ea typeface="Arial"/>
                          <a:cs typeface="Arial"/>
                        </a:rPr>
                        <a:t>1120 numerical depth arrays saved</a:t>
                      </a:r>
                    </a:p>
                  </a:txBody>
                  <a:tcPr marL="114300" marR="114300" marT="133350" marB="114300" anchor="ctr">
                    <a:lnR w="5715">
                      <a:solidFill>
                        <a:srgbClr val="DFE4E3"/>
                      </a:solidFill>
                      <a:prstDash val="solid"/>
                    </a:lnR>
                    <a:lnB w="5715">
                      <a:solidFill>
                        <a:srgbClr val="DFE4E3"/>
                      </a:solidFill>
                      <a:prstDash val="solid"/>
                    </a:lnB>
                    <a:solidFill>
                      <a:srgbClr val="FAFAF7"/>
                    </a:solidFill>
                  </a:tcPr>
                </a:tc>
              </a:tr>
              <a:tr h="534761">
                <a:tc>
                  <a:txBody>
                    <a:bodyPr/>
                    <a:lstStyle/>
                    <a:p>
                      <a:r>
                        <a:rPr sz="1725">
                          <a:solidFill>
                            <a:srgbClr val="122C39"/>
                          </a:solidFill>
                          <a:latin typeface="Arial"/>
                          <a:ea typeface="Arial"/>
                          <a:cs typeface="Arial"/>
                        </a:rPr>
                        <a:t>Mean inference time</a:t>
                      </a:r>
                    </a:p>
                  </a:txBody>
                  <a:tcPr marL="114300" marR="114300" marT="133350" marB="114300" anchor="ctr">
                    <a:lnL w="5715">
                      <a:solidFill>
                        <a:srgbClr val="DFE4E3"/>
                      </a:solidFill>
                      <a:prstDash val="solid"/>
                    </a:lnL>
                    <a:lnR w="5715">
                      <a:solidFill>
                        <a:srgbClr val="DFE4E3"/>
                      </a:solidFill>
                      <a:prstDash val="solid"/>
                    </a:lnR>
                    <a:lnB w="5715">
                      <a:solidFill>
                        <a:srgbClr val="DFE4E3"/>
                      </a:solidFill>
                      <a:prstDash val="solid"/>
                    </a:lnB>
                    <a:solidFill>
                      <a:srgbClr val="FAFAF7"/>
                    </a:solidFill>
                  </a:tcPr>
                </a:tc>
                <a:tc>
                  <a:txBody>
                    <a:bodyPr/>
                    <a:lstStyle/>
                    <a:p>
                      <a:r>
                        <a:rPr sz="1725">
                          <a:solidFill>
                            <a:srgbClr val="122C39"/>
                          </a:solidFill>
                          <a:latin typeface="Arial"/>
                          <a:ea typeface="Arial"/>
                          <a:cs typeface="Arial"/>
                        </a:rPr>
                        <a:t>1.13 seconds per image condition</a:t>
                      </a:r>
                    </a:p>
                  </a:txBody>
                  <a:tcPr marL="114300" marR="114300" marT="133350" marB="114300" anchor="ctr">
                    <a:lnR w="5715">
                      <a:solidFill>
                        <a:srgbClr val="DFE4E3"/>
                      </a:solidFill>
                      <a:prstDash val="solid"/>
                    </a:lnR>
                    <a:lnB w="5715">
                      <a:solidFill>
                        <a:srgbClr val="DFE4E3"/>
                      </a:solidFill>
                      <a:prstDash val="solid"/>
                    </a:lnB>
                    <a:solidFill>
                      <a:srgbClr val="FAFAF7"/>
                    </a:solidFill>
                  </a:tcPr>
                </a:tc>
              </a:tr>
              <a:tr h="534761">
                <a:tc>
                  <a:txBody>
                    <a:bodyPr/>
                    <a:lstStyle/>
                    <a:p>
                      <a:r>
                        <a:rPr sz="1725">
                          <a:solidFill>
                            <a:srgbClr val="122C39"/>
                          </a:solidFill>
                          <a:latin typeface="Arial"/>
                          <a:ea typeface="Arial"/>
                          <a:cs typeface="Arial"/>
                        </a:rPr>
                        <a:t>Traceable outputs</a:t>
                      </a:r>
                    </a:p>
                  </a:txBody>
                  <a:tcPr marL="114300" marR="114300" marT="133350" marB="114300" anchor="ctr">
                    <a:lnL w="5715">
                      <a:solidFill>
                        <a:srgbClr val="DFE4E3"/>
                      </a:solidFill>
                      <a:prstDash val="solid"/>
                    </a:lnL>
                    <a:lnR w="5715">
                      <a:solidFill>
                        <a:srgbClr val="DFE4E3"/>
                      </a:solidFill>
                      <a:prstDash val="solid"/>
                    </a:lnR>
                    <a:lnB w="5715">
                      <a:solidFill>
                        <a:srgbClr val="DFE4E3"/>
                      </a:solidFill>
                      <a:prstDash val="solid"/>
                    </a:lnB>
                    <a:solidFill>
                      <a:srgbClr val="FAFAF7"/>
                    </a:solidFill>
                  </a:tcPr>
                </a:tc>
                <a:tc>
                  <a:txBody>
                    <a:bodyPr/>
                    <a:lstStyle/>
                    <a:p>
                      <a:r>
                        <a:rPr sz="1725">
                          <a:solidFill>
                            <a:srgbClr val="122C39"/>
                          </a:solidFill>
                          <a:latin typeface="Arial"/>
                          <a:ea typeface="Arial"/>
                          <a:cs typeface="Arial"/>
                        </a:rPr>
                        <a:t>Manifest, metrics CSV, checkpoint hash, figures and source code</a:t>
                      </a:r>
                    </a:p>
                  </a:txBody>
                  <a:tcPr marL="114300" marR="114300" marT="133350" marB="114300" anchor="ctr">
                    <a:lnR w="5715">
                      <a:solidFill>
                        <a:srgbClr val="DFE4E3"/>
                      </a:solidFill>
                      <a:prstDash val="solid"/>
                    </a:lnR>
                    <a:lnB w="5715">
                      <a:solidFill>
                        <a:srgbClr val="DFE4E3"/>
                      </a:solidFill>
                      <a:prstDash val="solid"/>
                    </a:lnB>
                    <a:solidFill>
                      <a:srgbClr val="FAFAF7"/>
                    </a:solidFill>
                  </a:tcPr>
                </a:tc>
              </a:tr>
            </a:tbl>
          </a:graphicData>
        </a:graphic>
      </p:graphicFrame>
      <p:sp>
        <p:nvSpPr>
          <p:cNvPr id="4" name="text">
            <a:extLst xmlns:a="http://schemas.openxmlformats.org/drawingml/2006/main">
              <a:ext uri="{FF2B5EF4-FFF2-40B4-BE49-F238E27FC236}">
                <a16:creationId xmlns:a16="http://schemas.microsoft.com/office/drawing/2014/main" id="{55D8294D-2471-4BDA-A736-5D4AC70B2DE0}"/>
              </a:ext>
            </a:extLst>
          </p:cNvPr>
          <p:cNvSpPr>
            <a:spLocks xmlns:a="http://schemas.openxmlformats.org/drawingml/2006/main" noGrp="1"/>
          </p:cNvSpPr>
          <p:nvPr/>
        </p:nvSpPr>
        <p:spPr>
          <a:xfrm xmlns:a="http://schemas.openxmlformats.org/drawingml/2006/main">
            <a:off x="609600" y="58102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36C"/>
                </a:solidFill>
                <a:latin typeface="Arial"/>
                <a:ea typeface="Arial"/>
                <a:cs typeface="Arial"/>
              </a:defRPr>
            </a:defPPr>
            <a:lvl1pPr algn="l">
              <a:defRPr sz="1725" b="0">
                <a:solidFill>
                  <a:srgbClr val="53636C"/>
                </a:solidFill>
                <a:latin typeface="Arial"/>
                <a:ea typeface="Arial"/>
                <a:cs typeface="Arial"/>
              </a:defRPr>
            </a:lvl1pPr>
            <a:lvl2pPr algn="l">
              <a:defRPr sz="1725" b="0">
                <a:solidFill>
                  <a:srgbClr val="53636C"/>
                </a:solidFill>
                <a:latin typeface="Arial"/>
                <a:ea typeface="Arial"/>
                <a:cs typeface="Arial"/>
              </a:defRPr>
            </a:lvl2pPr>
            <a:lvl3pPr algn="l">
              <a:defRPr sz="1725" b="0">
                <a:solidFill>
                  <a:srgbClr val="53636C"/>
                </a:solidFill>
                <a:latin typeface="Arial"/>
                <a:ea typeface="Arial"/>
                <a:cs typeface="Arial"/>
              </a:defRPr>
            </a:lvl3pPr>
            <a:lvl4pPr algn="l">
              <a:defRPr sz="1725" b="0">
                <a:solidFill>
                  <a:srgbClr val="53636C"/>
                </a:solidFill>
                <a:latin typeface="Arial"/>
                <a:ea typeface="Arial"/>
                <a:cs typeface="Arial"/>
              </a:defRPr>
            </a:lvl4pPr>
            <a:lvl5pPr algn="l">
              <a:defRPr sz="1725" b="0">
                <a:solidFill>
                  <a:srgbClr val="53636C"/>
                </a:solidFill>
                <a:latin typeface="Arial"/>
                <a:ea typeface="Arial"/>
                <a:cs typeface="Arial"/>
              </a:defRPr>
            </a:lvl5pPr>
            <a:lvl6pPr algn="l">
              <a:defRPr sz="1725" b="0">
                <a:solidFill>
                  <a:srgbClr val="53636C"/>
                </a:solidFill>
                <a:latin typeface="Arial"/>
                <a:ea typeface="Arial"/>
                <a:cs typeface="Arial"/>
              </a:defRPr>
            </a:lvl6pPr>
            <a:lvl7pPr algn="l">
              <a:defRPr sz="1725" b="0">
                <a:solidFill>
                  <a:srgbClr val="53636C"/>
                </a:solidFill>
                <a:latin typeface="Arial"/>
                <a:ea typeface="Arial"/>
                <a:cs typeface="Arial"/>
              </a:defRPr>
            </a:lvl7pPr>
            <a:lvl8pPr algn="l">
              <a:defRPr sz="1725" b="0">
                <a:solidFill>
                  <a:srgbClr val="53636C"/>
                </a:solidFill>
                <a:latin typeface="Arial"/>
                <a:ea typeface="Arial"/>
                <a:cs typeface="Arial"/>
              </a:defRPr>
            </a:lvl8pPr>
            <a:lvl9pPr algn="l">
              <a:defRPr sz="1725" b="0">
                <a:solidFill>
                  <a:srgbClr val="53636C"/>
                </a:solidFill>
                <a:latin typeface="Arial"/>
                <a:ea typeface="Arial"/>
                <a:cs typeface="Arial"/>
              </a:defRPr>
            </a:lvl9pPr>
          </a:lstStyle>
          <a:p xmlns:a="http://schemas.openxmlformats.org/drawingml/2006/main">
            <a:pPr algn="l">
              <a:defRPr sz="1725" b="0">
                <a:solidFill>
                  <a:srgbClr val="53636C"/>
                </a:solidFill>
                <a:latin typeface="Arial"/>
                <a:ea typeface="Arial"/>
                <a:cs typeface="Arial"/>
              </a:defRPr>
            </a:pPr>
            <a:r>
              <a:rPr sz="1725" b="0">
                <a:solidFill>
                  <a:srgbClr val="53636C"/>
                </a:solidFill>
                <a:latin typeface="Arial"/>
                <a:ea typeface="Arial"/>
                <a:cs typeface="Arial"/>
              </a:rPr>
              <a:t>The project runs in its own Python environment and opens as a VS Code workspace.</a:t>
            </a:r>
          </a:p>
        </p:txBody>
      </p:sp>
    </p:spTree>
    <p:extLst>
      <p:ext uri="{BB962C8B-B14F-4D97-AF65-F5344CB8AC3E}">
        <p14:creationId xmlns:p14="http://schemas.microsoft.com/office/powerpoint/2010/main" val="881275893"/>
      </p:ext>
    </p:extLst>
  </p:cSld>
</p:sld>
</file>

<file path=ppt/slides/slide12.xml><?xml version="1.0" encoding="utf-8"?>
<p:sld xmlns:p="http://schemas.openxmlformats.org/presentationml/2006/main">
  <p:cSld>
    <p:bg>
      <p:bgPr>
        <a:solidFill xmlns:a="http://schemas.openxmlformats.org/drawingml/2006/main">
          <a:srgbClr val="122C39"/>
        </a:solidFill>
      </p:bgPr>
    </p:bg>
    <p:spTree>
      <p:nvGrpSpPr>
        <p:cNvPr id="1" name=""/>
        <p:cNvGrpSpPr/>
        <p:nvPr/>
      </p:nvGrpSpPr>
      <p:grpSpPr>
        <a:xfrm xmlns:a="http://schemas.openxmlformats.org/drawingml/2006/main"/>
      </p:grpSpPr>
      <p:sp>
        <p:nvSpPr>
          <p:cNvPr id="8" name="text">
            <a:extLst xmlns:a="http://schemas.openxmlformats.org/drawingml/2006/main">
              <a:ext uri="{FF2B5EF4-FFF2-40B4-BE49-F238E27FC236}">
                <a16:creationId xmlns:a16="http://schemas.microsoft.com/office/drawing/2014/main" id="{2128E871-5935-4208-8710-FEDC824520A8}"/>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Arial"/>
                <a:ea typeface="Arial"/>
                <a:cs typeface="Arial"/>
              </a:defRPr>
            </a:defPPr>
            <a:lvl1pPr algn="l">
              <a:defRPr sz="3225" b="1">
                <a:solidFill>
                  <a:srgbClr val="FFFFFF"/>
                </a:solidFill>
                <a:latin typeface="Arial"/>
                <a:ea typeface="Arial"/>
                <a:cs typeface="Arial"/>
              </a:defRPr>
            </a:lvl1pPr>
            <a:lvl2pPr algn="l">
              <a:defRPr sz="3225" b="1">
                <a:solidFill>
                  <a:srgbClr val="FFFFFF"/>
                </a:solidFill>
                <a:latin typeface="Arial"/>
                <a:ea typeface="Arial"/>
                <a:cs typeface="Arial"/>
              </a:defRPr>
            </a:lvl2pPr>
            <a:lvl3pPr algn="l">
              <a:defRPr sz="3225" b="1">
                <a:solidFill>
                  <a:srgbClr val="FFFFFF"/>
                </a:solidFill>
                <a:latin typeface="Arial"/>
                <a:ea typeface="Arial"/>
                <a:cs typeface="Arial"/>
              </a:defRPr>
            </a:lvl3pPr>
            <a:lvl4pPr algn="l">
              <a:defRPr sz="3225" b="1">
                <a:solidFill>
                  <a:srgbClr val="FFFFFF"/>
                </a:solidFill>
                <a:latin typeface="Arial"/>
                <a:ea typeface="Arial"/>
                <a:cs typeface="Arial"/>
              </a:defRPr>
            </a:lvl4pPr>
            <a:lvl5pPr algn="l">
              <a:defRPr sz="3225" b="1">
                <a:solidFill>
                  <a:srgbClr val="FFFFFF"/>
                </a:solidFill>
                <a:latin typeface="Arial"/>
                <a:ea typeface="Arial"/>
                <a:cs typeface="Arial"/>
              </a:defRPr>
            </a:lvl5pPr>
            <a:lvl6pPr algn="l">
              <a:defRPr sz="3225" b="1">
                <a:solidFill>
                  <a:srgbClr val="FFFFFF"/>
                </a:solidFill>
                <a:latin typeface="Arial"/>
                <a:ea typeface="Arial"/>
                <a:cs typeface="Arial"/>
              </a:defRPr>
            </a:lvl6pPr>
            <a:lvl7pPr algn="l">
              <a:defRPr sz="3225" b="1">
                <a:solidFill>
                  <a:srgbClr val="FFFFFF"/>
                </a:solidFill>
                <a:latin typeface="Arial"/>
                <a:ea typeface="Arial"/>
                <a:cs typeface="Arial"/>
              </a:defRPr>
            </a:lvl7pPr>
            <a:lvl8pPr algn="l">
              <a:defRPr sz="3225" b="1">
                <a:solidFill>
                  <a:srgbClr val="FFFFFF"/>
                </a:solidFill>
                <a:latin typeface="Arial"/>
                <a:ea typeface="Arial"/>
                <a:cs typeface="Arial"/>
              </a:defRPr>
            </a:lvl8pPr>
            <a:lvl9pPr algn="l">
              <a:defRPr sz="3225" b="1">
                <a:solidFill>
                  <a:srgbClr val="FFFFFF"/>
                </a:solidFill>
                <a:latin typeface="Arial"/>
                <a:ea typeface="Arial"/>
                <a:cs typeface="Arial"/>
              </a:defRPr>
            </a:lvl9pPr>
          </a:lstStyle>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Findings and next experiments</a:t>
            </a:r>
          </a:p>
        </p:txBody>
      </p:sp>
      <p:sp>
        <p:nvSpPr>
          <p:cNvPr id="2" name="text">
            <a:extLst xmlns:a="http://schemas.openxmlformats.org/drawingml/2006/main">
              <a:ext uri="{FF2B5EF4-FFF2-40B4-BE49-F238E27FC236}">
                <a16:creationId xmlns:a16="http://schemas.microsoft.com/office/drawing/2014/main" id="{EE01A3C3-6508-4FC1-87FF-6E68040F19CD}"/>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C8D7DA"/>
                </a:solidFill>
                <a:latin typeface="Arial"/>
                <a:ea typeface="Arial"/>
                <a:cs typeface="Arial"/>
              </a:defRPr>
            </a:defPPr>
            <a:lvl1pPr algn="r">
              <a:defRPr sz="1200" b="0">
                <a:solidFill>
                  <a:srgbClr val="C8D7DA"/>
                </a:solidFill>
                <a:latin typeface="Arial"/>
                <a:ea typeface="Arial"/>
                <a:cs typeface="Arial"/>
              </a:defRPr>
            </a:lvl1pPr>
            <a:lvl2pPr algn="r">
              <a:defRPr sz="1200" b="0">
                <a:solidFill>
                  <a:srgbClr val="C8D7DA"/>
                </a:solidFill>
                <a:latin typeface="Arial"/>
                <a:ea typeface="Arial"/>
                <a:cs typeface="Arial"/>
              </a:defRPr>
            </a:lvl2pPr>
            <a:lvl3pPr algn="r">
              <a:defRPr sz="1200" b="0">
                <a:solidFill>
                  <a:srgbClr val="C8D7DA"/>
                </a:solidFill>
                <a:latin typeface="Arial"/>
                <a:ea typeface="Arial"/>
                <a:cs typeface="Arial"/>
              </a:defRPr>
            </a:lvl3pPr>
            <a:lvl4pPr algn="r">
              <a:defRPr sz="1200" b="0">
                <a:solidFill>
                  <a:srgbClr val="C8D7DA"/>
                </a:solidFill>
                <a:latin typeface="Arial"/>
                <a:ea typeface="Arial"/>
                <a:cs typeface="Arial"/>
              </a:defRPr>
            </a:lvl4pPr>
            <a:lvl5pPr algn="r">
              <a:defRPr sz="1200" b="0">
                <a:solidFill>
                  <a:srgbClr val="C8D7DA"/>
                </a:solidFill>
                <a:latin typeface="Arial"/>
                <a:ea typeface="Arial"/>
                <a:cs typeface="Arial"/>
              </a:defRPr>
            </a:lvl5pPr>
            <a:lvl6pPr algn="r">
              <a:defRPr sz="1200" b="0">
                <a:solidFill>
                  <a:srgbClr val="C8D7DA"/>
                </a:solidFill>
                <a:latin typeface="Arial"/>
                <a:ea typeface="Arial"/>
                <a:cs typeface="Arial"/>
              </a:defRPr>
            </a:lvl6pPr>
            <a:lvl7pPr algn="r">
              <a:defRPr sz="1200" b="0">
                <a:solidFill>
                  <a:srgbClr val="C8D7DA"/>
                </a:solidFill>
                <a:latin typeface="Arial"/>
                <a:ea typeface="Arial"/>
                <a:cs typeface="Arial"/>
              </a:defRPr>
            </a:lvl7pPr>
            <a:lvl8pPr algn="r">
              <a:defRPr sz="1200" b="0">
                <a:solidFill>
                  <a:srgbClr val="C8D7DA"/>
                </a:solidFill>
                <a:latin typeface="Arial"/>
                <a:ea typeface="Arial"/>
                <a:cs typeface="Arial"/>
              </a:defRPr>
            </a:lvl8pPr>
            <a:lvl9pPr algn="r">
              <a:defRPr sz="1200" b="0">
                <a:solidFill>
                  <a:srgbClr val="C8D7DA"/>
                </a:solidFill>
                <a:latin typeface="Arial"/>
                <a:ea typeface="Arial"/>
                <a:cs typeface="Arial"/>
              </a:defRPr>
            </a:lvl9pPr>
          </a:lstStyle>
          <a:p xmlns:a="http://schemas.openxmlformats.org/drawingml/2006/main">
            <a:pPr algn="r">
              <a:defRPr sz="1200" b="0">
                <a:solidFill>
                  <a:srgbClr val="C8D7DA"/>
                </a:solidFill>
                <a:latin typeface="Arial"/>
                <a:ea typeface="Arial"/>
                <a:cs typeface="Arial"/>
              </a:defRPr>
            </a:pPr>
            <a:r>
              <a:rPr sz="1200" b="0">
                <a:solidFill>
                  <a:srgbClr val="C8D7DA"/>
                </a:solidFill>
                <a:latin typeface="Arial"/>
                <a:ea typeface="Arial"/>
                <a:cs typeface="Arial"/>
              </a:rPr>
              <a:t>12</a:t>
            </a:r>
          </a:p>
        </p:txBody>
      </p:sp>
      <p:sp>
        <p:nvSpPr>
          <p:cNvPr id="3" name="text">
            <a:extLst xmlns:a="http://schemas.openxmlformats.org/drawingml/2006/main">
              <a:ext uri="{FF2B5EF4-FFF2-40B4-BE49-F238E27FC236}">
                <a16:creationId xmlns:a16="http://schemas.microsoft.com/office/drawing/2014/main" id="{A9461AB7-83B8-4F89-B32B-95AD0C579448}"/>
              </a:ext>
            </a:extLst>
          </p:cNvPr>
          <p:cNvSpPr>
            <a:spLocks xmlns:a="http://schemas.openxmlformats.org/drawingml/2006/main" noGrp="1"/>
          </p:cNvSpPr>
          <p:nvPr/>
        </p:nvSpPr>
        <p:spPr>
          <a:xfrm xmlns:a="http://schemas.openxmlformats.org/drawingml/2006/main">
            <a:off x="609600" y="185737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77D1C5"/>
                </a:solidFill>
                <a:latin typeface="Arial"/>
                <a:ea typeface="Arial"/>
                <a:cs typeface="Arial"/>
              </a:defRPr>
            </a:defPPr>
            <a:lvl1pPr algn="l">
              <a:defRPr sz="2175" b="1">
                <a:solidFill>
                  <a:srgbClr val="77D1C5"/>
                </a:solidFill>
                <a:latin typeface="Arial"/>
                <a:ea typeface="Arial"/>
                <a:cs typeface="Arial"/>
              </a:defRPr>
            </a:lvl1pPr>
            <a:lvl2pPr algn="l">
              <a:defRPr sz="2175" b="1">
                <a:solidFill>
                  <a:srgbClr val="77D1C5"/>
                </a:solidFill>
                <a:latin typeface="Arial"/>
                <a:ea typeface="Arial"/>
                <a:cs typeface="Arial"/>
              </a:defRPr>
            </a:lvl2pPr>
            <a:lvl3pPr algn="l">
              <a:defRPr sz="2175" b="1">
                <a:solidFill>
                  <a:srgbClr val="77D1C5"/>
                </a:solidFill>
                <a:latin typeface="Arial"/>
                <a:ea typeface="Arial"/>
                <a:cs typeface="Arial"/>
              </a:defRPr>
            </a:lvl3pPr>
            <a:lvl4pPr algn="l">
              <a:defRPr sz="2175" b="1">
                <a:solidFill>
                  <a:srgbClr val="77D1C5"/>
                </a:solidFill>
                <a:latin typeface="Arial"/>
                <a:ea typeface="Arial"/>
                <a:cs typeface="Arial"/>
              </a:defRPr>
            </a:lvl4pPr>
            <a:lvl5pPr algn="l">
              <a:defRPr sz="2175" b="1">
                <a:solidFill>
                  <a:srgbClr val="77D1C5"/>
                </a:solidFill>
                <a:latin typeface="Arial"/>
                <a:ea typeface="Arial"/>
                <a:cs typeface="Arial"/>
              </a:defRPr>
            </a:lvl5pPr>
            <a:lvl6pPr algn="l">
              <a:defRPr sz="2175" b="1">
                <a:solidFill>
                  <a:srgbClr val="77D1C5"/>
                </a:solidFill>
                <a:latin typeface="Arial"/>
                <a:ea typeface="Arial"/>
                <a:cs typeface="Arial"/>
              </a:defRPr>
            </a:lvl6pPr>
            <a:lvl7pPr algn="l">
              <a:defRPr sz="2175" b="1">
                <a:solidFill>
                  <a:srgbClr val="77D1C5"/>
                </a:solidFill>
                <a:latin typeface="Arial"/>
                <a:ea typeface="Arial"/>
                <a:cs typeface="Arial"/>
              </a:defRPr>
            </a:lvl7pPr>
            <a:lvl8pPr algn="l">
              <a:defRPr sz="2175" b="1">
                <a:solidFill>
                  <a:srgbClr val="77D1C5"/>
                </a:solidFill>
                <a:latin typeface="Arial"/>
                <a:ea typeface="Arial"/>
                <a:cs typeface="Arial"/>
              </a:defRPr>
            </a:lvl8pPr>
            <a:lvl9pPr algn="l">
              <a:defRPr sz="2175" b="1">
                <a:solidFill>
                  <a:srgbClr val="77D1C5"/>
                </a:solidFill>
                <a:latin typeface="Arial"/>
                <a:ea typeface="Arial"/>
                <a:cs typeface="Arial"/>
              </a:defRPr>
            </a:lvl9pPr>
          </a:lstStyle>
          <a:p xmlns:a="http://schemas.openxmlformats.org/drawingml/2006/main">
            <a:pPr algn="l">
              <a:defRPr sz="2175" b="1">
                <a:solidFill>
                  <a:srgbClr val="77D1C5"/>
                </a:solidFill>
                <a:latin typeface="Arial"/>
                <a:ea typeface="Arial"/>
                <a:cs typeface="Arial"/>
              </a:defRPr>
            </a:pPr>
            <a:r>
              <a:rPr sz="2175" b="1">
                <a:solidFill>
                  <a:srgbClr val="77D1C5"/>
                </a:solidFill>
                <a:latin typeface="Arial"/>
                <a:ea typeface="Arial"/>
                <a:cs typeface="Arial"/>
              </a:rPr>
              <a:t>Observed in this pilot</a:t>
            </a:r>
          </a:p>
        </p:txBody>
      </p:sp>
      <p:sp>
        <p:nvSpPr>
          <p:cNvPr id="4" name="text">
            <a:extLst xmlns:a="http://schemas.openxmlformats.org/drawingml/2006/main">
              <a:ext uri="{FF2B5EF4-FFF2-40B4-BE49-F238E27FC236}">
                <a16:creationId xmlns:a16="http://schemas.microsoft.com/office/drawing/2014/main" id="{F5E38B8C-CFE5-4A03-B1CB-7D4EAC2A2F7C}"/>
              </a:ext>
            </a:extLst>
          </p:cNvPr>
          <p:cNvSpPr>
            <a:spLocks xmlns:a="http://schemas.openxmlformats.org/drawingml/2006/main" noGrp="1"/>
          </p:cNvSpPr>
          <p:nvPr/>
        </p:nvSpPr>
        <p:spPr>
          <a:xfrm xmlns:a="http://schemas.openxmlformats.org/drawingml/2006/main">
            <a:off x="609600" y="2543175"/>
            <a:ext cx="514350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Arial"/>
                <a:ea typeface="Arial"/>
                <a:cs typeface="Arial"/>
              </a:defRPr>
            </a:defPPr>
            <a:lvl1pPr algn="l">
              <a:defRPr sz="2025" b="0">
                <a:solidFill>
                  <a:srgbClr val="FFFFFF"/>
                </a:solidFill>
                <a:latin typeface="Arial"/>
                <a:ea typeface="Arial"/>
                <a:cs typeface="Arial"/>
              </a:defRPr>
            </a:lvl1pPr>
            <a:lvl2pPr algn="l">
              <a:defRPr sz="2025" b="0">
                <a:solidFill>
                  <a:srgbClr val="FFFFFF"/>
                </a:solidFill>
                <a:latin typeface="Arial"/>
                <a:ea typeface="Arial"/>
                <a:cs typeface="Arial"/>
              </a:defRPr>
            </a:lvl2pPr>
            <a:lvl3pPr algn="l">
              <a:defRPr sz="2025" b="0">
                <a:solidFill>
                  <a:srgbClr val="FFFFFF"/>
                </a:solidFill>
                <a:latin typeface="Arial"/>
                <a:ea typeface="Arial"/>
                <a:cs typeface="Arial"/>
              </a:defRPr>
            </a:lvl3pPr>
            <a:lvl4pPr algn="l">
              <a:defRPr sz="2025" b="0">
                <a:solidFill>
                  <a:srgbClr val="FFFFFF"/>
                </a:solidFill>
                <a:latin typeface="Arial"/>
                <a:ea typeface="Arial"/>
                <a:cs typeface="Arial"/>
              </a:defRPr>
            </a:lvl4pPr>
            <a:lvl5pPr algn="l">
              <a:defRPr sz="2025" b="0">
                <a:solidFill>
                  <a:srgbClr val="FFFFFF"/>
                </a:solidFill>
                <a:latin typeface="Arial"/>
                <a:ea typeface="Arial"/>
                <a:cs typeface="Arial"/>
              </a:defRPr>
            </a:lvl5pPr>
            <a:lvl6pPr algn="l">
              <a:defRPr sz="2025" b="0">
                <a:solidFill>
                  <a:srgbClr val="FFFFFF"/>
                </a:solidFill>
                <a:latin typeface="Arial"/>
                <a:ea typeface="Arial"/>
                <a:cs typeface="Arial"/>
              </a:defRPr>
            </a:lvl6pPr>
            <a:lvl7pPr algn="l">
              <a:defRPr sz="2025" b="0">
                <a:solidFill>
                  <a:srgbClr val="FFFFFF"/>
                </a:solidFill>
                <a:latin typeface="Arial"/>
                <a:ea typeface="Arial"/>
                <a:cs typeface="Arial"/>
              </a:defRPr>
            </a:lvl7pPr>
            <a:lvl8pPr algn="l">
              <a:defRPr sz="2025" b="0">
                <a:solidFill>
                  <a:srgbClr val="FFFFFF"/>
                </a:solidFill>
                <a:latin typeface="Arial"/>
                <a:ea typeface="Arial"/>
                <a:cs typeface="Arial"/>
              </a:defRPr>
            </a:lvl8pPr>
            <a:lvl9pPr algn="l">
              <a:defRPr sz="2025" b="0">
                <a:solidFill>
                  <a:srgbClr val="FFFFFF"/>
                </a:solidFill>
                <a:latin typeface="Arial"/>
                <a:ea typeface="Arial"/>
                <a:cs typeface="Arial"/>
              </a:defRPr>
            </a:lvl9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The complete paired evaluation runs locally.</a:t>
            </a:r>
          </a:p>
          <a:p xmlns:a="http://schemas.openxmlformats.org/drawingml/2006/main">
            <a:r>
              <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Gray-World has 0.6% higher mean cast error.</a:t>
            </a:r>
          </a:p>
          <a:p xmlns:a="http://schemas.openxmlformats.org/drawingml/2006/main">
            <a:r>
              <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Its mean clean-input error is 1.7% lower.</a:t>
            </a:r>
          </a:p>
        </p:txBody>
      </p:sp>
      <p:sp>
        <p:nvSpPr>
          <p:cNvPr id="5" name="text">
            <a:extLst xmlns:a="http://schemas.openxmlformats.org/drawingml/2006/main">
              <a:ext uri="{FF2B5EF4-FFF2-40B4-BE49-F238E27FC236}">
                <a16:creationId xmlns:a16="http://schemas.microsoft.com/office/drawing/2014/main" id="{4E2D2447-468B-4A04-BDE5-79C4187B221C}"/>
              </a:ext>
            </a:extLst>
          </p:cNvPr>
          <p:cNvSpPr>
            <a:spLocks xmlns:a="http://schemas.openxmlformats.org/drawingml/2006/main" noGrp="1"/>
          </p:cNvSpPr>
          <p:nvPr/>
        </p:nvSpPr>
        <p:spPr>
          <a:xfrm xmlns:a="http://schemas.openxmlformats.org/drawingml/2006/main">
            <a:off x="6791325" y="1857375"/>
            <a:ext cx="4791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77D1C5"/>
                </a:solidFill>
                <a:latin typeface="Arial"/>
                <a:ea typeface="Arial"/>
                <a:cs typeface="Arial"/>
              </a:defRPr>
            </a:defPPr>
            <a:lvl1pPr algn="l">
              <a:defRPr sz="2175" b="1">
                <a:solidFill>
                  <a:srgbClr val="77D1C5"/>
                </a:solidFill>
                <a:latin typeface="Arial"/>
                <a:ea typeface="Arial"/>
                <a:cs typeface="Arial"/>
              </a:defRPr>
            </a:lvl1pPr>
            <a:lvl2pPr algn="l">
              <a:defRPr sz="2175" b="1">
                <a:solidFill>
                  <a:srgbClr val="77D1C5"/>
                </a:solidFill>
                <a:latin typeface="Arial"/>
                <a:ea typeface="Arial"/>
                <a:cs typeface="Arial"/>
              </a:defRPr>
            </a:lvl2pPr>
            <a:lvl3pPr algn="l">
              <a:defRPr sz="2175" b="1">
                <a:solidFill>
                  <a:srgbClr val="77D1C5"/>
                </a:solidFill>
                <a:latin typeface="Arial"/>
                <a:ea typeface="Arial"/>
                <a:cs typeface="Arial"/>
              </a:defRPr>
            </a:lvl3pPr>
            <a:lvl4pPr algn="l">
              <a:defRPr sz="2175" b="1">
                <a:solidFill>
                  <a:srgbClr val="77D1C5"/>
                </a:solidFill>
                <a:latin typeface="Arial"/>
                <a:ea typeface="Arial"/>
                <a:cs typeface="Arial"/>
              </a:defRPr>
            </a:lvl4pPr>
            <a:lvl5pPr algn="l">
              <a:defRPr sz="2175" b="1">
                <a:solidFill>
                  <a:srgbClr val="77D1C5"/>
                </a:solidFill>
                <a:latin typeface="Arial"/>
                <a:ea typeface="Arial"/>
                <a:cs typeface="Arial"/>
              </a:defRPr>
            </a:lvl5pPr>
            <a:lvl6pPr algn="l">
              <a:defRPr sz="2175" b="1">
                <a:solidFill>
                  <a:srgbClr val="77D1C5"/>
                </a:solidFill>
                <a:latin typeface="Arial"/>
                <a:ea typeface="Arial"/>
                <a:cs typeface="Arial"/>
              </a:defRPr>
            </a:lvl6pPr>
            <a:lvl7pPr algn="l">
              <a:defRPr sz="2175" b="1">
                <a:solidFill>
                  <a:srgbClr val="77D1C5"/>
                </a:solidFill>
                <a:latin typeface="Arial"/>
                <a:ea typeface="Arial"/>
                <a:cs typeface="Arial"/>
              </a:defRPr>
            </a:lvl7pPr>
            <a:lvl8pPr algn="l">
              <a:defRPr sz="2175" b="1">
                <a:solidFill>
                  <a:srgbClr val="77D1C5"/>
                </a:solidFill>
                <a:latin typeface="Arial"/>
                <a:ea typeface="Arial"/>
                <a:cs typeface="Arial"/>
              </a:defRPr>
            </a:lvl8pPr>
            <a:lvl9pPr algn="l">
              <a:defRPr sz="2175" b="1">
                <a:solidFill>
                  <a:srgbClr val="77D1C5"/>
                </a:solidFill>
                <a:latin typeface="Arial"/>
                <a:ea typeface="Arial"/>
                <a:cs typeface="Arial"/>
              </a:defRPr>
            </a:lvl9pPr>
          </a:lstStyle>
          <a:p xmlns:a="http://schemas.openxmlformats.org/drawingml/2006/main">
            <a:pPr algn="l">
              <a:defRPr sz="2175" b="1">
                <a:solidFill>
                  <a:srgbClr val="77D1C5"/>
                </a:solidFill>
                <a:latin typeface="Arial"/>
                <a:ea typeface="Arial"/>
                <a:cs typeface="Arial"/>
              </a:defRPr>
            </a:pPr>
            <a:r>
              <a:rPr sz="2175" b="1">
                <a:solidFill>
                  <a:srgbClr val="77D1C5"/>
                </a:solidFill>
                <a:latin typeface="Arial"/>
                <a:ea typeface="Arial"/>
                <a:cs typeface="Arial"/>
              </a:rPr>
              <a:t>Next experiments</a:t>
            </a:r>
          </a:p>
        </p:txBody>
      </p:sp>
      <p:sp>
        <p:nvSpPr>
          <p:cNvPr id="6" name="text">
            <a:extLst xmlns:a="http://schemas.openxmlformats.org/drawingml/2006/main">
              <a:ext uri="{FF2B5EF4-FFF2-40B4-BE49-F238E27FC236}">
                <a16:creationId xmlns:a16="http://schemas.microsoft.com/office/drawing/2014/main" id="{64853AD7-CE4E-4309-8EF0-0AFFF3295669}"/>
              </a:ext>
            </a:extLst>
          </p:cNvPr>
          <p:cNvSpPr>
            <a:spLocks xmlns:a="http://schemas.openxmlformats.org/drawingml/2006/main" noGrp="1"/>
          </p:cNvSpPr>
          <p:nvPr/>
        </p:nvSpPr>
        <p:spPr>
          <a:xfrm xmlns:a="http://schemas.openxmlformats.org/drawingml/2006/main">
            <a:off x="6791325" y="2543175"/>
            <a:ext cx="4791075"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Arial"/>
                <a:ea typeface="Arial"/>
                <a:cs typeface="Arial"/>
              </a:defRPr>
            </a:defPPr>
            <a:lvl1pPr algn="l">
              <a:defRPr sz="2025" b="0">
                <a:solidFill>
                  <a:srgbClr val="FFFFFF"/>
                </a:solidFill>
                <a:latin typeface="Arial"/>
                <a:ea typeface="Arial"/>
                <a:cs typeface="Arial"/>
              </a:defRPr>
            </a:lvl1pPr>
            <a:lvl2pPr algn="l">
              <a:defRPr sz="2025" b="0">
                <a:solidFill>
                  <a:srgbClr val="FFFFFF"/>
                </a:solidFill>
                <a:latin typeface="Arial"/>
                <a:ea typeface="Arial"/>
                <a:cs typeface="Arial"/>
              </a:defRPr>
            </a:lvl2pPr>
            <a:lvl3pPr algn="l">
              <a:defRPr sz="2025" b="0">
                <a:solidFill>
                  <a:srgbClr val="FFFFFF"/>
                </a:solidFill>
                <a:latin typeface="Arial"/>
                <a:ea typeface="Arial"/>
                <a:cs typeface="Arial"/>
              </a:defRPr>
            </a:lvl3pPr>
            <a:lvl4pPr algn="l">
              <a:defRPr sz="2025" b="0">
                <a:solidFill>
                  <a:srgbClr val="FFFFFF"/>
                </a:solidFill>
                <a:latin typeface="Arial"/>
                <a:ea typeface="Arial"/>
                <a:cs typeface="Arial"/>
              </a:defRPr>
            </a:lvl4pPr>
            <a:lvl5pPr algn="l">
              <a:defRPr sz="2025" b="0">
                <a:solidFill>
                  <a:srgbClr val="FFFFFF"/>
                </a:solidFill>
                <a:latin typeface="Arial"/>
                <a:ea typeface="Arial"/>
                <a:cs typeface="Arial"/>
              </a:defRPr>
            </a:lvl5pPr>
            <a:lvl6pPr algn="l">
              <a:defRPr sz="2025" b="0">
                <a:solidFill>
                  <a:srgbClr val="FFFFFF"/>
                </a:solidFill>
                <a:latin typeface="Arial"/>
                <a:ea typeface="Arial"/>
                <a:cs typeface="Arial"/>
              </a:defRPr>
            </a:lvl6pPr>
            <a:lvl7pPr algn="l">
              <a:defRPr sz="2025" b="0">
                <a:solidFill>
                  <a:srgbClr val="FFFFFF"/>
                </a:solidFill>
                <a:latin typeface="Arial"/>
                <a:ea typeface="Arial"/>
                <a:cs typeface="Arial"/>
              </a:defRPr>
            </a:lvl7pPr>
            <a:lvl8pPr algn="l">
              <a:defRPr sz="2025" b="0">
                <a:solidFill>
                  <a:srgbClr val="FFFFFF"/>
                </a:solidFill>
                <a:latin typeface="Arial"/>
                <a:ea typeface="Arial"/>
                <a:cs typeface="Arial"/>
              </a:defRPr>
            </a:lvl8pPr>
            <a:lvl9pPr algn="l">
              <a:defRPr sz="2025" b="0">
                <a:solidFill>
                  <a:srgbClr val="FFFFFF"/>
                </a:solidFill>
                <a:latin typeface="Arial"/>
                <a:ea typeface="Arial"/>
                <a:cs typeface="Arial"/>
              </a:defRPr>
            </a:lvl9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Expand the fixed evaluation subset and test a second depth model.</a:t>
            </a:r>
          </a:p>
          <a:p xmlns:a="http://schemas.openxmlformats.org/drawingml/2006/main">
            <a:r>
              <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Separate clipping effects from color sensitivity.</a:t>
            </a:r>
          </a:p>
          <a:p xmlns:a="http://schemas.openxmlformats.org/drawingml/2006/main">
            <a:r>
              <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Test real lighting changes before designing an adaptive correction rule.</a:t>
            </a:r>
          </a:p>
        </p:txBody>
      </p:sp>
      <p:sp>
        <p:nvSpPr>
          <p:cNvPr id="7" name="text">
            <a:extLst xmlns:a="http://schemas.openxmlformats.org/drawingml/2006/main">
              <a:ext uri="{FF2B5EF4-FFF2-40B4-BE49-F238E27FC236}">
                <a16:creationId xmlns:a16="http://schemas.microsoft.com/office/drawing/2014/main" id="{8BBFB433-F236-48B9-AA48-222AAFA90096}"/>
              </a:ext>
            </a:extLst>
          </p:cNvPr>
          <p:cNvSpPr>
            <a:spLocks xmlns:a="http://schemas.openxmlformats.org/drawingml/2006/main" noGrp="1"/>
          </p:cNvSpPr>
          <p:nvPr/>
        </p:nvSpPr>
        <p:spPr>
          <a:xfrm xmlns:a="http://schemas.openxmlformats.org/drawingml/2006/main">
            <a:off x="609600" y="59626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AD0D2"/>
                </a:solidFill>
                <a:latin typeface="Arial"/>
                <a:ea typeface="Arial"/>
                <a:cs typeface="Arial"/>
              </a:defRPr>
            </a:defPPr>
            <a:lvl1pPr algn="l">
              <a:defRPr sz="1500" b="0">
                <a:solidFill>
                  <a:srgbClr val="BAD0D2"/>
                </a:solidFill>
                <a:latin typeface="Arial"/>
                <a:ea typeface="Arial"/>
                <a:cs typeface="Arial"/>
              </a:defRPr>
            </a:lvl1pPr>
            <a:lvl2pPr algn="l">
              <a:defRPr sz="1500" b="0">
                <a:solidFill>
                  <a:srgbClr val="BAD0D2"/>
                </a:solidFill>
                <a:latin typeface="Arial"/>
                <a:ea typeface="Arial"/>
                <a:cs typeface="Arial"/>
              </a:defRPr>
            </a:lvl2pPr>
            <a:lvl3pPr algn="l">
              <a:defRPr sz="1500" b="0">
                <a:solidFill>
                  <a:srgbClr val="BAD0D2"/>
                </a:solidFill>
                <a:latin typeface="Arial"/>
                <a:ea typeface="Arial"/>
                <a:cs typeface="Arial"/>
              </a:defRPr>
            </a:lvl3pPr>
            <a:lvl4pPr algn="l">
              <a:defRPr sz="1500" b="0">
                <a:solidFill>
                  <a:srgbClr val="BAD0D2"/>
                </a:solidFill>
                <a:latin typeface="Arial"/>
                <a:ea typeface="Arial"/>
                <a:cs typeface="Arial"/>
              </a:defRPr>
            </a:lvl4pPr>
            <a:lvl5pPr algn="l">
              <a:defRPr sz="1500" b="0">
                <a:solidFill>
                  <a:srgbClr val="BAD0D2"/>
                </a:solidFill>
                <a:latin typeface="Arial"/>
                <a:ea typeface="Arial"/>
                <a:cs typeface="Arial"/>
              </a:defRPr>
            </a:lvl5pPr>
            <a:lvl6pPr algn="l">
              <a:defRPr sz="1500" b="0">
                <a:solidFill>
                  <a:srgbClr val="BAD0D2"/>
                </a:solidFill>
                <a:latin typeface="Arial"/>
                <a:ea typeface="Arial"/>
                <a:cs typeface="Arial"/>
              </a:defRPr>
            </a:lvl6pPr>
            <a:lvl7pPr algn="l">
              <a:defRPr sz="1500" b="0">
                <a:solidFill>
                  <a:srgbClr val="BAD0D2"/>
                </a:solidFill>
                <a:latin typeface="Arial"/>
                <a:ea typeface="Arial"/>
                <a:cs typeface="Arial"/>
              </a:defRPr>
            </a:lvl7pPr>
            <a:lvl8pPr algn="l">
              <a:defRPr sz="1500" b="0">
                <a:solidFill>
                  <a:srgbClr val="BAD0D2"/>
                </a:solidFill>
                <a:latin typeface="Arial"/>
                <a:ea typeface="Arial"/>
                <a:cs typeface="Arial"/>
              </a:defRPr>
            </a:lvl8pPr>
            <a:lvl9pPr algn="l">
              <a:defRPr sz="1500" b="0">
                <a:solidFill>
                  <a:srgbClr val="BAD0D2"/>
                </a:solidFill>
                <a:latin typeface="Arial"/>
                <a:ea typeface="Arial"/>
                <a:cs typeface="Arial"/>
              </a:defRPr>
            </a:lvl9pPr>
          </a:lstStyle>
          <a:p xmlns:a="http://schemas.openxmlformats.org/drawingml/2006/main">
            <a:pPr algn="l">
              <a:defRPr sz="1500" b="0">
                <a:solidFill>
                  <a:srgbClr val="BAD0D2"/>
                </a:solidFill>
                <a:latin typeface="Arial"/>
                <a:ea typeface="Arial"/>
                <a:cs typeface="Arial"/>
              </a:defRPr>
            </a:pPr>
            <a:r>
              <a:rPr sz="1500" b="0">
                <a:solidFill>
                  <a:srgbClr val="BAD0D2"/>
                </a:solidFill>
                <a:latin typeface="Arial"/>
                <a:ea typeface="Arial"/>
                <a:cs typeface="Arial"/>
              </a:rPr>
              <a:t>Initial pretrained-model pilot. A novel method and broader validation remain future work.</a:t>
            </a:r>
          </a:p>
        </p:txBody>
      </p:sp>
    </p:spTree>
    <p:extLst>
      <p:ext uri="{BB962C8B-B14F-4D97-AF65-F5344CB8AC3E}">
        <p14:creationId xmlns:p14="http://schemas.microsoft.com/office/powerpoint/2010/main" val="5913314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2026-10-23T21:21:29.5610000Z</dcterms:created>
  <dcterms:modified xsi:type="dcterms:W3CDTF">2026-10-23T21:21:29.5620000Z</dcterms:modified>
</coreProperties>
</file>